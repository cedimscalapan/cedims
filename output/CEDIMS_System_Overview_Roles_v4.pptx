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9ea36ba2424bce" /><Relationship Type="http://schemas.openxmlformats.org/officeDocument/2006/relationships/extended-properties" Target="/docProps/app.xml" Id="R6f4a2c20d9d24ed4" /><Relationship Type="http://schemas.openxmlformats.org/officeDocument/2006/relationships/officeDocument" Target="/ppt/presentation.xml" Id="R266cc069f9a14b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c42ce6ff964f55"/>
  </p:sldMasterIdLst>
  <p:notesMasterIdLst>
    <p:notesMasterId xmlns:r="http://schemas.openxmlformats.org/officeDocument/2006/relationships" r:id="Rbf4f109567884f78"/>
  </p:notesMasterIdLst>
  <p:sldIdLst>
    <p:sldId xmlns:r="http://schemas.openxmlformats.org/officeDocument/2006/relationships" id="256" r:id="R6ab51d64d4a14a01"/>
    <p:sldId xmlns:r="http://schemas.openxmlformats.org/officeDocument/2006/relationships" id="257" r:id="R8bdcdd0e0e92403c"/>
    <p:sldId xmlns:r="http://schemas.openxmlformats.org/officeDocument/2006/relationships" id="258" r:id="Raf99aafe89c84fbe"/>
    <p:sldId xmlns:r="http://schemas.openxmlformats.org/officeDocument/2006/relationships" id="259" r:id="Rd19e853a63554681"/>
    <p:sldId xmlns:r="http://schemas.openxmlformats.org/officeDocument/2006/relationships" id="260" r:id="R1bad84d59fc44a26"/>
    <p:sldId xmlns:r="http://schemas.openxmlformats.org/officeDocument/2006/relationships" id="261" r:id="Rf663e09b5fe54780"/>
    <p:sldId xmlns:r="http://schemas.openxmlformats.org/officeDocument/2006/relationships" id="262" r:id="R82d9059f686c4335"/>
    <p:sldId xmlns:r="http://schemas.openxmlformats.org/officeDocument/2006/relationships" id="263" r:id="R643aef10cb684c27"/>
    <p:sldId xmlns:r="http://schemas.openxmlformats.org/officeDocument/2006/relationships" id="264" r:id="Rc784862562924c01"/>
    <p:sldId xmlns:r="http://schemas.openxmlformats.org/officeDocument/2006/relationships" id="265" r:id="R4914cdb2d87b4dfe"/>
    <p:sldId xmlns:r="http://schemas.openxmlformats.org/officeDocument/2006/relationships" id="266" r:id="R815e17d6be8349ec"/>
    <p:sldId xmlns:r="http://schemas.openxmlformats.org/officeDocument/2006/relationships" id="267" r:id="R9a6fb5fb15944fa0"/>
    <p:sldId xmlns:r="http://schemas.openxmlformats.org/officeDocument/2006/relationships" id="268" r:id="Ra88c5e70dea74411"/>
    <p:sldId xmlns:r="http://schemas.openxmlformats.org/officeDocument/2006/relationships" id="269" r:id="R2d9d338049434e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1a50323e1e4bb5" /><Relationship Type="http://schemas.openxmlformats.org/officeDocument/2006/relationships/slideMaster" Target="/ppt/slideMasters/slideMaster1.xml" Id="Rbec42ce6ff964f55" /><Relationship Type="http://schemas.openxmlformats.org/officeDocument/2006/relationships/notesMaster" Target="/ppt/notesMasters/notesMaster1.xml" Id="Rbf4f109567884f78" /><Relationship Type="http://schemas.openxmlformats.org/officeDocument/2006/relationships/presProps" Target="/ppt/presProps.xml" Id="Rfbfa821dbd2d4b1e" /><Relationship Type="http://schemas.openxmlformats.org/officeDocument/2006/relationships/tableStyles" Target="/ppt/tableStyles.xml" Id="Refbd9f7269454384" /><Relationship Type="http://schemas.openxmlformats.org/officeDocument/2006/relationships/slide" Target="/ppt/slides/slide1.xml" Id="R6ab51d64d4a14a01" /><Relationship Type="http://schemas.openxmlformats.org/officeDocument/2006/relationships/slide" Target="/ppt/slides/slide2.xml" Id="R8bdcdd0e0e92403c" /><Relationship Type="http://schemas.openxmlformats.org/officeDocument/2006/relationships/slide" Target="/ppt/slides/slide3.xml" Id="Raf99aafe89c84fbe" /><Relationship Type="http://schemas.openxmlformats.org/officeDocument/2006/relationships/slide" Target="/ppt/slides/slide4.xml" Id="Rd19e853a63554681" /><Relationship Type="http://schemas.openxmlformats.org/officeDocument/2006/relationships/slide" Target="/ppt/slides/slide5.xml" Id="R1bad84d59fc44a26" /><Relationship Type="http://schemas.openxmlformats.org/officeDocument/2006/relationships/slide" Target="/ppt/slides/slide6.xml" Id="Rf663e09b5fe54780" /><Relationship Type="http://schemas.openxmlformats.org/officeDocument/2006/relationships/slide" Target="/ppt/slides/slide7.xml" Id="R82d9059f686c4335" /><Relationship Type="http://schemas.openxmlformats.org/officeDocument/2006/relationships/slide" Target="/ppt/slides/slide8.xml" Id="R643aef10cb684c27" /><Relationship Type="http://schemas.openxmlformats.org/officeDocument/2006/relationships/slide" Target="/ppt/slides/slide9.xml" Id="Rc784862562924c01" /><Relationship Type="http://schemas.openxmlformats.org/officeDocument/2006/relationships/slide" Target="/ppt/slides/slide10.xml" Id="R4914cdb2d87b4dfe" /><Relationship Type="http://schemas.openxmlformats.org/officeDocument/2006/relationships/slide" Target="/ppt/slides/slide11.xml" Id="R815e17d6be8349ec" /><Relationship Type="http://schemas.openxmlformats.org/officeDocument/2006/relationships/slide" Target="/ppt/slides/slide12.xml" Id="R9a6fb5fb15944fa0" /><Relationship Type="http://schemas.openxmlformats.org/officeDocument/2006/relationships/slide" Target="/ppt/slides/slide13.xml" Id="Ra88c5e70dea74411" /><Relationship Type="http://schemas.openxmlformats.org/officeDocument/2006/relationships/slide" Target="/ppt/slides/slide14.xml" Id="R2d9d338049434e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5a9dab530346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eb07ebe8164f2f" /><Relationship Type="http://schemas.openxmlformats.org/officeDocument/2006/relationships/notesMaster" Target="/ppt/notesMasters/notesMaster1.xml" Id="R7b61bf2f7f2d4a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850a59e3dd480f" /><Relationship Type="http://schemas.openxmlformats.org/officeDocument/2006/relationships/notesMaster" Target="/ppt/notesMasters/notesMaster1.xml" Id="R9fd7c83f029b42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6d60c2ea6044a0" /><Relationship Type="http://schemas.openxmlformats.org/officeDocument/2006/relationships/notesMaster" Target="/ppt/notesMasters/notesMaster1.xml" Id="Rbe4ea71334394e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8ea19990d24712" /><Relationship Type="http://schemas.openxmlformats.org/officeDocument/2006/relationships/notesMaster" Target="/ppt/notesMasters/notesMaster1.xml" Id="R87bc468cc6c745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457045c9ed4dda" /><Relationship Type="http://schemas.openxmlformats.org/officeDocument/2006/relationships/notesMaster" Target="/ppt/notesMasters/notesMaster1.xml" Id="R39348a90337349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0a4da27e814bca" /><Relationship Type="http://schemas.openxmlformats.org/officeDocument/2006/relationships/notesMaster" Target="/ppt/notesMasters/notesMaster1.xml" Id="Rabb88bc1f11b49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8a6ec0702f432a" /><Relationship Type="http://schemas.openxmlformats.org/officeDocument/2006/relationships/notesMaster" Target="/ppt/notesMasters/notesMaster1.xml" Id="R40f81228292041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2256650cc94864" /><Relationship Type="http://schemas.openxmlformats.org/officeDocument/2006/relationships/notesMaster" Target="/ppt/notesMasters/notesMaster1.xml" Id="R562be4837bf349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8abd8e6e874cf9" /><Relationship Type="http://schemas.openxmlformats.org/officeDocument/2006/relationships/notesMaster" Target="/ppt/notesMasters/notesMaster1.xml" Id="Rf566824dd72047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8a6df1168142b7" /><Relationship Type="http://schemas.openxmlformats.org/officeDocument/2006/relationships/notesMaster" Target="/ppt/notesMasters/notesMaster1.xml" Id="Rb8914278516d44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8a702eeb7b4073" /><Relationship Type="http://schemas.openxmlformats.org/officeDocument/2006/relationships/notesMaster" Target="/ppt/notesMasters/notesMaster1.xml" Id="R7479c448b4ed45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6d4ef0f74e4ec7" /><Relationship Type="http://schemas.openxmlformats.org/officeDocument/2006/relationships/notesMaster" Target="/ppt/notesMasters/notesMaster1.xml" Id="Rfb16c78021c948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3816afd322d41a5" /><Relationship Type="http://schemas.openxmlformats.org/officeDocument/2006/relationships/notesMaster" Target="/ppt/notesMasters/notesMaster1.xml" Id="Rd5023dbe35cd4bf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4c737b2db6a4286" /><Relationship Type="http://schemas.openxmlformats.org/officeDocument/2006/relationships/notesMaster" Target="/ppt/notesMasters/notesMaster1.xml" Id="Rd0564ee21f8547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slide for the CEDIMS system 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Simple definition of the system before explaining features and roles.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quick walkthrough before opening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Tracker and leave the right side for the exact system screenshot.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Upload and leave the right side for the exact system screenshot.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Archive and leave the right side for the exact system screenshot.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Compliance and leave the right side for the exact system screenshot.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Loads and leave the right side for the exact system screenshot.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role explanation with a space for the exact teacher screen.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 Teacher role explanation with a screenshot placeholder.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School Head role explanation with a screenshot placeholder.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Large role access table for easy viewing.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checklist for replacing placeholders with final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script for the presenter.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7de83e508743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33f331762f41b8" /><Relationship Type="http://schemas.openxmlformats.org/officeDocument/2006/relationships/slideLayout" Target="/ppt/slideLayouts/slideLayout1.xml" Id="R663383f1c2b841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3383f1c2b841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333509b2b4316" /><Relationship Type="http://schemas.openxmlformats.org/officeDocument/2006/relationships/image" Target="/ppt/media/image.jpeg" Id="Rd12c4e00c50d4aef" /><Relationship Type="http://schemas.openxmlformats.org/officeDocument/2006/relationships/image" Target="/ppt/media/image.png" Id="Rf795dc2c9b604b08" /><Relationship Type="http://schemas.openxmlformats.org/officeDocument/2006/relationships/image" Target="/ppt/media/image2.png" Id="Raf4a523583a14eeb" /><Relationship Type="http://schemas.openxmlformats.org/officeDocument/2006/relationships/notesSlide" Target="/ppt/notesSlides/notesSlide1.xml" Id="Re5aeaa6ea4da4a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53523fe604fcf" /><Relationship Type="http://schemas.openxmlformats.org/officeDocument/2006/relationships/image" Target="/ppt/media/image3.png" Id="R01c626cb8b264005" /><Relationship Type="http://schemas.openxmlformats.org/officeDocument/2006/relationships/notesSlide" Target="/ppt/notesSlides/notesSlide2.xml" Id="R3c43ae6385ed40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fb21041fc49e9" /><Relationship Type="http://schemas.openxmlformats.org/officeDocument/2006/relationships/image" Target="/ppt/media/image4.png" Id="R158d1457d8be4bca" /><Relationship Type="http://schemas.openxmlformats.org/officeDocument/2006/relationships/notesSlide" Target="/ppt/notesSlides/notesSlide3.xml" Id="Refe3bb4a35a14c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15ede5b554561" /><Relationship Type="http://schemas.openxmlformats.org/officeDocument/2006/relationships/image" Target="/ppt/media/image5.png" Id="Rda06cf885670400a" /><Relationship Type="http://schemas.openxmlformats.org/officeDocument/2006/relationships/notesSlide" Target="/ppt/notesSlides/notesSlide4.xml" Id="R66b3cc08969741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b888951cf4a80" /><Relationship Type="http://schemas.openxmlformats.org/officeDocument/2006/relationships/image" Target="/ppt/media/image6.png" Id="Rcfe154f11ff44d54" /><Relationship Type="http://schemas.openxmlformats.org/officeDocument/2006/relationships/notesSlide" Target="/ppt/notesSlides/notesSlide5.xml" Id="R5e2ece37696649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d3e88b8934454" /><Relationship Type="http://schemas.openxmlformats.org/officeDocument/2006/relationships/image" Target="/ppt/media/image7.png" Id="Rae2c7138a0db474e" /><Relationship Type="http://schemas.openxmlformats.org/officeDocument/2006/relationships/notesSlide" Target="/ppt/notesSlides/notesSlide6.xml" Id="Rb3aef3d26a9f4e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7ce2a692b463b" /><Relationship Type="http://schemas.openxmlformats.org/officeDocument/2006/relationships/image" Target="/ppt/media/image8.png" Id="R2c55495e2c074bb4" /><Relationship Type="http://schemas.openxmlformats.org/officeDocument/2006/relationships/notesSlide" Target="/ppt/notesSlides/notesSlide7.xml" Id="Rb6841946c73f4a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376ef035a4eb1" /><Relationship Type="http://schemas.openxmlformats.org/officeDocument/2006/relationships/image" Target="/ppt/media/image9.png" Id="Re488173be883465b" /><Relationship Type="http://schemas.openxmlformats.org/officeDocument/2006/relationships/notesSlide" Target="/ppt/notesSlides/notesSlide8.xml" Id="R90a41211f3154c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442e68fe44b29" /><Relationship Type="http://schemas.openxmlformats.org/officeDocument/2006/relationships/image" Target="/ppt/media/image10.png" Id="Rd796a895a29645cf" /><Relationship Type="http://schemas.openxmlformats.org/officeDocument/2006/relationships/notesSlide" Target="/ppt/notesSlides/notesSlide9.xml" Id="Re218f41bdc0b4c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718fc2a034e14" /><Relationship Type="http://schemas.openxmlformats.org/officeDocument/2006/relationships/image" Target="/ppt/media/image11.png" Id="R78906b548a94466a" /><Relationship Type="http://schemas.openxmlformats.org/officeDocument/2006/relationships/notesSlide" Target="/ppt/notesSlides/notesSlide10.xml" Id="Rb86184b8b7f247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e871d5f474314" /><Relationship Type="http://schemas.openxmlformats.org/officeDocument/2006/relationships/image" Target="/ppt/media/image12.png" Id="Rc7b89d17454f47b5" /><Relationship Type="http://schemas.openxmlformats.org/officeDocument/2006/relationships/notesSlide" Target="/ppt/notesSlides/notesSlide11.xml" Id="R551c56dbd5a94a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f55e0c8d54d06" /><Relationship Type="http://schemas.openxmlformats.org/officeDocument/2006/relationships/image" Target="/ppt/media/image13.png" Id="R76aa7c43446149e3" /><Relationship Type="http://schemas.openxmlformats.org/officeDocument/2006/relationships/notesSlide" Target="/ppt/notesSlides/notesSlide12.xml" Id="R055ee3ebe637426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ddb40f8614159" /><Relationship Type="http://schemas.openxmlformats.org/officeDocument/2006/relationships/image" Target="/ppt/media/image14.png" Id="R71f1bc153ab6491f" /><Relationship Type="http://schemas.openxmlformats.org/officeDocument/2006/relationships/image" Target="/ppt/media/image15.png" Id="Re48c2163fb2349d1" /><Relationship Type="http://schemas.openxmlformats.org/officeDocument/2006/relationships/notesSlide" Target="/ppt/notesSlides/notesSlide13.xml" Id="R0235de2f5c994ce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5278aed4548eb" /><Relationship Type="http://schemas.openxmlformats.org/officeDocument/2006/relationships/image" Target="/ppt/media/image16.png" Id="R519bf959b53342c9" /><Relationship Type="http://schemas.openxmlformats.org/officeDocument/2006/relationships/notesSlide" Target="/ppt/notesSlides/notesSlide14.xml" Id="Rad3400f0b39e4a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40A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2c4e00c50d4aef"/>
          <a:srcRect xmlns:a="http://schemas.openxmlformats.org/drawingml/2006/main" l="9028" t="0" r="90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C952B-E0A0-4E3F-B93E-713EFFA1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0"/>
            <a:ext cx="5962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65882"/>
            </a:srgbClr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5dc2c9b604b08"/>
          <a:stretch xmlns:a="http://schemas.openxmlformats.org/drawingml/2006/main"/>
        </p:blipFill>
        <p:spPr>
          <a:xfrm xmlns:a="http://schemas.openxmlformats.org/drawingml/2006/main">
            <a:off x="781050" y="712775"/>
            <a:ext cx="876300" cy="70805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4a523583a14eeb"/>
          <a:stretch xmlns:a="http://schemas.openxmlformats.org/drawingml/2006/main"/>
        </p:blipFill>
        <p:spPr>
          <a:xfrm xmlns:a="http://schemas.openxmlformats.org/drawingml/2006/main">
            <a:off x="1809750" y="704850"/>
            <a:ext cx="704850" cy="704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1955D-CC64-47B5-BD69-5CCD4672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062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CEDIMS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DFBF3-4388-43DE-B008-4E9C40BA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849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2B705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2B705"/>
                </a:solidFill>
                <a:latin typeface="Aptos"/>
                <a:ea typeface="Aptos"/>
                <a:cs typeface="Aptos"/>
              </a:rPr>
              <a:t>System overview and role guide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77A24-2645-49B6-B3F1-DF251BC7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EAF1FF"/>
                </a:solidFill>
                <a:latin typeface="Aptos"/>
                <a:ea typeface="Aptos"/>
                <a:cs typeface="Aptos"/>
              </a:rPr>
              <a:t>Teachers, Master Teachers, and School Heads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6CD94-87B4-471F-954C-FECF57A7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CE8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CE8FF"/>
                </a:solidFill>
                <a:latin typeface="Aptos"/>
                <a:ea typeface="Aptos"/>
                <a:cs typeface="Aptos"/>
              </a:rPr>
              <a:t>Prepared for feature explanation and live demo screenshots</a:t>
            </a:r>
          </a:p>
        </p:txBody>
      </p:sp>
    </p:spTree>
    <p:extLst>
      <p:ext uri="{BB962C8B-B14F-4D97-AF65-F5344CB8AC3E}">
        <p14:creationId xmlns:p14="http://schemas.microsoft.com/office/powerpoint/2010/main" val="9927740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C6AF1E-067E-492E-9DBF-77A2AEEC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E6110-4434-4AF9-9F71-33D004B9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What CEDIMS does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626cb8b264005"/>
          <a:stretch xmlns:a="http://schemas.openxmlformats.org/drawingml/2006/main"/>
        </p:blipFill>
        <p:spPr>
          <a:xfrm xmlns:a="http://schemas.openxmlformats.org/drawingml/2006/main">
            <a:off x="108585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1013F-C9E7-4AE9-A5B0-B2ADB670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4780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627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CEDIMS manages instructional documents from upload to archive, review, and compliance follow-up.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BE918-CB79-40A5-8FB1-C734717B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762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F84DA-019C-4503-87F3-5AE832FA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1143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B3637-DA2D-4EC6-B98B-A25F3F23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71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F3067-07CA-4063-9EB1-EAACCB6E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Teachers submit files and confirm detected details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7129D-8591-4AD0-87FE-8BE3B4A3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4762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68D36B-AF4D-4512-94C6-80ABCB96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1143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4834E-9F2D-487D-BE40-D0740761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527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71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8A4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48A4F"/>
                </a:solidFill>
                <a:latin typeface="Aptos"/>
                <a:ea typeface="Aptos"/>
                <a:cs typeface="Aptos"/>
              </a:rPr>
              <a:t>Archive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F37451-BC22-4612-8A80-FE43EE7C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14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Approved files stay searchable with QR verification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C39DF3-1B26-490F-B15A-E9534801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4762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35053A-EC0A-4E18-AB65-434EA1CF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1143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4D71C1-8B50-45A7-B81B-34EE2938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71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B70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2B705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C4B4CA-64BC-413E-B890-CF2C9C2F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10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Master Teachers and School Heads add remarks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96402F-5E4A-42BD-BFFB-A5006658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76700"/>
            <a:ext cx="4762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C8F6C0-009F-4B28-9D7A-B892011E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76700"/>
            <a:ext cx="1143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D55A99-12E2-44B9-9FCC-A2BF4D6C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48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71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Compliance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6392C5-6909-44A8-8E68-BB3BA5E2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10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Leaders see overdue and unchecked files first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B5B417-D146-4BA9-BA5D-DDB325DF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3FD03A-E26F-4A23-831C-CBEC7764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64529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6A01B3-34FF-4643-BA30-FA74D530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AECE7-C9F7-43A4-B1D0-C1453BE1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Main workflow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8d1457d8be4bca"/>
          <a:stretch xmlns:a="http://schemas.openxmlformats.org/drawingml/2006/main"/>
        </p:blipFill>
        <p:spPr>
          <a:xfrm xmlns:a="http://schemas.openxmlformats.org/drawingml/2006/main">
            <a:off x="108585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8905E-8459-43DA-9F21-385C2634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1924050" cy="224790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F8EB0-2A08-4A19-ADA9-3B8740C6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52CA3-DABC-4B15-9667-494445E8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B1137-FD79-433E-AF52-BCEC0EEC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136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Prepare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1CA75-5B95-416E-B292-752128D4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Teacher prepares the 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0834B-61CB-4B8B-A188-FB82A90D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885950"/>
            <a:ext cx="1924050" cy="224790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96D45-347C-4049-BFD8-0FC7A4AF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33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EE7857-C5C7-4FD1-B093-7A1D8694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098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65651-BBBE-4404-B10C-2EA493B8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337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136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9E61D4-6444-422E-82EE-FED9337D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718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System detects details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C39AAA-6182-426C-A56E-2C0EA838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885950"/>
            <a:ext cx="1924050" cy="224790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640B78-A036-410C-BBB8-AD43ED45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33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D8D916-68E0-4CDE-9596-39AA74CF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5E7D65-386B-4FE6-92CB-8D848D88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337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136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Archive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BCC466-30AF-4124-A7AE-7ABB50F8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718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PDF is stored and verified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B110F8-E994-4451-AD21-327E6863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85950"/>
            <a:ext cx="1924050" cy="224790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5D71DD-4625-4DB8-B96D-A9CAEBDB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33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8F9456-3C6E-4BA9-9430-FD955000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098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517829-6EAC-49DD-8A6A-749C56C3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337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136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FE7860-0F55-4D88-9DE6-A9A63041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718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Reviewer adds remarks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1B1432-82A7-4DD8-B151-8F44A11B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85950"/>
            <a:ext cx="1924050" cy="224790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185BC5-3D8D-4616-89BC-21202A8A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33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03A9B6-531F-46B5-B7D3-857299C6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098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54FE86-2FF7-47C9-8FC9-332C5343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337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136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Monitor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3F5A59-4BAD-4888-96C8-6F401B28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3718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20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Leaders follow up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1BC79D-24BF-4C23-8F94-7F9D372D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0"/>
            <a:ext cx="97917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E40AF"/>
          </a:solidFill>
          <a:ln xmlns:a="http://schemas.openxmlformats.org/drawingml/2006/main" w="9525">
            <a:solidFill>
              <a:srgbClr val="1E40A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E5BD6F-C217-4300-9902-0D24CA6A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244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Compliance tells who needs follow-up. Archive is where checking happens.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29297D-0A79-411A-97DD-9C5AB439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03F2DA-A9C7-4260-B783-5B62A13A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360100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C770EC-2D1B-4028-89EE-E8A3B843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FEATURE 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6D8AE-64FD-416D-8237-B0108D61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Tracker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06cf885670400a"/>
          <a:stretch xmlns:a="http://schemas.openxmlformats.org/drawingml/2006/main"/>
        </p:blipFill>
        <p:spPr>
          <a:xfrm xmlns:a="http://schemas.openxmlformats.org/drawingml/2006/main">
            <a:off x="108585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FFAF6-D530-47F3-85B9-1A7B37CE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429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DA631-9B49-46C7-8918-338FC6E1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14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27B73-2546-4D3D-9E38-321DFF84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3D431-AF9D-4B2A-A918-D813216C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468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0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Shows each user what is submitted, missing, late, or still for checking.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DF4D3-0284-4772-9091-F369056D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What to show in your picture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926B0-EBED-4E5F-857A-C3362FE7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F9F097-E6CD-44CE-A7A6-5A9AA7FB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814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Show status cards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F4EC80-3376-44D1-8E3C-21FB3B2C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E3743B-C113-48FF-9CF7-C56E0636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291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Show week or period filters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0DF3CC-925E-4135-8F5B-5CFFA07D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741AD-2FF5-40C8-86CD-E156894F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Show teacher or school progress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48FFA3-FBD9-49DF-82D9-04C62057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28750"/>
            <a:ext cx="459105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3A8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5FDF6C-055E-4B9B-8F42-33701C74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00200"/>
            <a:ext cx="4248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D1A6E9-09CF-4E67-8530-022AC930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14500"/>
            <a:ext cx="394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Exact Tracker screenshot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42A2D4-E145-4862-938C-DF668FDF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09800"/>
            <a:ext cx="42481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C8D3E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293D74-53C8-4B32-B60A-71FB3FBE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09900"/>
            <a:ext cx="379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ADD EXACT</a:t>
            </a:r>
          </a:p>
          <a:p xmlns:a="http://schemas.openxmlformats.org/drawingml/2006/main">
            <a:pPr algn="ctr">
              <a:defRPr sz="225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SYSTEM PICTURE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4892AD-BF7F-46CB-89A0-FF9D2BAF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AE2CD1-8F83-4F90-AA67-9ADEB1C5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881936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1859D0-2A7B-494A-9F30-120D7A45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FEATURE 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B7567-02B3-416E-8830-9E441CB5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154f11ff44d54"/>
          <a:stretch xmlns:a="http://schemas.openxmlformats.org/drawingml/2006/main"/>
        </p:blipFill>
        <p:spPr>
          <a:xfrm xmlns:a="http://schemas.openxmlformats.org/drawingml/2006/main">
            <a:off x="108585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5A831-E094-46AA-81A8-8BEBF0D8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429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84BBD-6887-43F1-9CA2-CC14FAA9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14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68FEB-55CB-4DCA-97A7-32D78CE2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8A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8A4F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B54537-24D7-49F5-ADA3-2134BB4A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468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0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Guides file submission and checks the detected subject, grade, term, week, and document type.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ECAAE-D447-4A0B-A4A4-D5211226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8A4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48A4F"/>
                </a:solidFill>
                <a:latin typeface="Aptos"/>
                <a:ea typeface="Aptos"/>
                <a:cs typeface="Aptos"/>
              </a:rPr>
              <a:t>What to show in your picture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A94827-F853-4FC0-BF29-B09C47C0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86D86-AFF0-438D-8CAF-6DA2D576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814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Show file selection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7BAD50-F2BA-447C-B950-AB71586F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9A2CA-B537-4BD8-B8BD-87880F8B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291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Show detected details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FD1650-6ECA-42BF-993A-9C710EDB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BBE310-3B8C-4189-80CF-F0B37FFA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Show Confirm and Archive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28848B-4ACD-4338-B396-A7E71D0D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28750"/>
            <a:ext cx="459105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3A8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9C15F6-347A-4CE1-A9D9-CCEBBD50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00200"/>
            <a:ext cx="4248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B4D48F-A714-438F-B2F5-691DB17F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14500"/>
            <a:ext cx="394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Exact Upload screenshot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28856D-E2B8-4D7E-AE35-7753BAC1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09800"/>
            <a:ext cx="42481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C8D3E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AE82FF-B720-4296-8952-B774ED45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09900"/>
            <a:ext cx="379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ADD EXACT</a:t>
            </a:r>
          </a:p>
          <a:p xmlns:a="http://schemas.openxmlformats.org/drawingml/2006/main">
            <a:pPr algn="ctr">
              <a:defRPr sz="225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SYSTEM PICTURE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4ACD5C-BC9F-464D-9A52-463FAB9E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5C5667-D80E-4D0D-9AF7-8EB2CC98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438629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D6A46C-151B-46F6-A3F0-D9CFF8CA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FEATURE 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DA5DA-B19C-416D-80A2-C68017B5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Archive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2c7138a0db474e"/>
          <a:stretch xmlns:a="http://schemas.openxmlformats.org/drawingml/2006/main"/>
        </p:blipFill>
        <p:spPr>
          <a:xfrm xmlns:a="http://schemas.openxmlformats.org/drawingml/2006/main">
            <a:off x="108585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FFF26-7059-4613-AAF9-6BE5971C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429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EA587-875B-47E0-AB22-17BBC9B1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14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80275-B57E-47D5-83CD-DA69C560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B70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B705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DA335-FD6D-4EA8-BB39-52D33867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468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0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Stores submitted documents for search, viewing, remarks, downloads, and QR verification.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7F926-EED5-408E-8339-BCD33D9A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2B70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2B705"/>
                </a:solidFill>
                <a:latin typeface="Aptos"/>
                <a:ea typeface="Aptos"/>
                <a:cs typeface="Aptos"/>
              </a:rPr>
              <a:t>What to show in your picture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8FD7C-A533-4D88-B52B-7C051A6B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171EF0-1C82-4070-8A63-AF5B074C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814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Show term and week folders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FA018-F449-4D86-9697-5C6C3973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A0E59-639D-408D-8A00-B700F492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291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Show document 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A28745-D335-499E-A75E-37E63872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E35C67-DF8D-48BC-BDDE-9F09AA5C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Show remarks or status area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77B979-4F4C-437F-9C48-C591DB04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28750"/>
            <a:ext cx="459105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3A8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A1A806-D76A-48F4-B1AB-087019A0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00200"/>
            <a:ext cx="4248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40F6EB-205C-435E-A954-3447270D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14500"/>
            <a:ext cx="394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Exact Archive screenshot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940EE3-9F5D-4279-8CDF-E32A6E6F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09800"/>
            <a:ext cx="42481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C8D3E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955F91-11A5-40EE-B445-3B3DB3DF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09900"/>
            <a:ext cx="379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ADD EXACT</a:t>
            </a:r>
          </a:p>
          <a:p xmlns:a="http://schemas.openxmlformats.org/drawingml/2006/main">
            <a:pPr algn="ctr">
              <a:defRPr sz="225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SYSTEM PICTURE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27AA36-AAB3-4FF5-A146-4F15B024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C93F44-60E2-4035-BDAA-29E8D250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729127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5D2298-6605-48D7-A139-3DD47113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FEATURE 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DD2FD-A3F9-4F48-955F-C33C7666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Compliance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5495e2c074bb4"/>
          <a:stretch xmlns:a="http://schemas.openxmlformats.org/drawingml/2006/main"/>
        </p:blipFill>
        <p:spPr>
          <a:xfrm xmlns:a="http://schemas.openxmlformats.org/drawingml/2006/main">
            <a:off x="108585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0D1B4-AC92-4EAD-BF2D-085C1CE7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429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ED552-AB50-4957-B3B9-0008B595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14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428BE6-313A-4436-9899-FF5E2611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CAF0C0-C787-4FB0-84D1-ECB5D4CD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468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0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Shows overdue files and files for checking so leaders know who needs action first.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A5378-55F0-4C51-9481-3A3550C5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What to show in your picture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23509-63BD-47AE-A1F8-CDDA5FC4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A3F302-21F6-415D-84B7-687B15B1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814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Show overdue count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859FB-7DBD-4E7A-944B-FB0D2E78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B4032B-3458-4D1F-A632-EF7FF457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291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Show for checking count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386EFF-5A6B-4400-AF55-CB31887A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969193-E53C-46AE-AA35-1A532A01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Show action list and K-means groups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5081D9-2EED-46A9-88C1-3B363BE9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28750"/>
            <a:ext cx="459105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3A8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753545-8136-4E89-A56A-95CF1492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00200"/>
            <a:ext cx="4248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B278D2-A8CE-4E9B-8D4F-689BCD47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14500"/>
            <a:ext cx="394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Exact Compliance screenshot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B3CE77-8C4D-4C81-B291-83FA317B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09800"/>
            <a:ext cx="42481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C8D3E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312B9F-B437-4260-8CAA-D1D9707C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09900"/>
            <a:ext cx="379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ADD EXACT</a:t>
            </a:r>
          </a:p>
          <a:p xmlns:a="http://schemas.openxmlformats.org/drawingml/2006/main">
            <a:pPr algn="ctr">
              <a:defRPr sz="225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SYSTEM PICTURE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D4B739-FFB2-46E6-9A9B-D1D9DF06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1CEE09-5BC0-4464-ACBC-0E8A0C8C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401829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C3902A-A903-4F3B-81E1-3D57ACEB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FEATURE 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5F836-C5CC-4407-BC2F-B5D93886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Loads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8173be883465b"/>
          <a:stretch xmlns:a="http://schemas.openxmlformats.org/drawingml/2006/main"/>
        </p:blipFill>
        <p:spPr>
          <a:xfrm xmlns:a="http://schemas.openxmlformats.org/drawingml/2006/main">
            <a:off x="108585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91BDE-5F0D-46F4-8D42-93273CA9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429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6AE1E-C159-480F-B6F1-18258D56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14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AB64C-0856-4C79-BB00-CAE5199F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27258-F7F0-4A3F-B288-E8320049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468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0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Keeps teaching assignments connected to the correct grade, subject, term, and week.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5F08F-B13E-41F1-9E3B-9EF49C09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What to show in your picture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2E1256-3C6F-4F90-8236-E2E9F57D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8F21F-3D78-44E6-817C-EE6C53B5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814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Show teaching load 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F6BF07-30C9-4745-A889-2D3E997B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5B965F-7BCC-42BF-A17D-9E3D089C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291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Show add or edit 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F45466-C6DA-46AB-8899-75B3B9F3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8A142-475C-4E87-B776-BCB4FD3D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Show role-based 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84BE2-FC63-423A-8DEB-FA75D452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28750"/>
            <a:ext cx="459105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3A8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E28E93-1263-4CD5-883A-7C3A6DD5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00200"/>
            <a:ext cx="4248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E29298-C4E1-4AAD-B457-74224C49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14500"/>
            <a:ext cx="394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Exact Loads screenshot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4DBB71-2C6E-4ACD-A10B-C9581FF6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09800"/>
            <a:ext cx="42481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C8D3E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D4C64E-98ED-40AE-BDCF-90518917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09900"/>
            <a:ext cx="379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ADD EXACT</a:t>
            </a:r>
          </a:p>
          <a:p xmlns:a="http://schemas.openxmlformats.org/drawingml/2006/main">
            <a:pPr algn="ctr">
              <a:defRPr sz="225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SYSTEM PICTURE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1CFC4E-4AA5-4041-9237-532880B3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E23AE9-674B-4B08-BAC9-721F462F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021097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FF96A3-4BA6-4C29-AC00-D9CD4BFE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3A320-005D-462F-997B-F0BA9073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Teacher role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6a895a29645cf"/>
          <a:stretch xmlns:a="http://schemas.openxmlformats.org/drawingml/2006/main"/>
        </p:blipFill>
        <p:spPr>
          <a:xfrm xmlns:a="http://schemas.openxmlformats.org/drawingml/2006/main">
            <a:off x="108585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1062C-3F95-4F32-9B86-3D89277C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404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Teacher focus: upload the right DLL and track personal weekly requirements.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F260D-2CEB-4C88-B3A1-4DE696FE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46A08-05E7-45E3-A444-FDCE22FA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9080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Checks Tracker for missing or upcoming files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83F61-39F6-45DA-A79E-6929ECD6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75331-84F0-4F0F-9BC2-3E5B0CA9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575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Uses Upload to submit DLLs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25D25-B2F4-41C1-9CFB-5B97EEC4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914942-66BF-469F-94F1-A2471E0D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2430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Confirms detected term, week, subject, and grade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B93A2E-EB0F-4951-A3B9-0F0F16A1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CBBC4E-9050-40BF-BFA5-7AFB40EE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910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Views remarks and final PDFs in Archive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2396A8-D478-4DD5-8A3C-84DEAC3F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4795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3A8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6A8CF8-6770-47EA-8661-FC4DC291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19400"/>
            <a:ext cx="251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CE9F8C-B96B-4579-9E37-4E17C816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3370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Teacher dashboard or upload screenshot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BE5E9E-34EC-493E-AC6B-3F57C85D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29000"/>
            <a:ext cx="2514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C8D3E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5030E0-63A7-4343-81C9-31594BC9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24225"/>
            <a:ext cx="2057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11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ADD EXACT</a:t>
            </a:r>
          </a:p>
          <a:p xmlns:a="http://schemas.openxmlformats.org/drawingml/2006/main">
            <a:pPr algn="ctr">
              <a:defRPr sz="225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SYSTEM PICTURE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F8688D-843C-4BDB-AAD4-A7C53741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20D895-5174-490F-8B30-039C4EB0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627041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D4C87F-EEE3-4216-80FC-F6B643BD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F31B7-2F8D-4ED0-B00D-204BC7E7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Master Teacher role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906b548a94466a"/>
          <a:stretch xmlns:a="http://schemas.openxmlformats.org/drawingml/2006/main"/>
        </p:blipFill>
        <p:spPr>
          <a:xfrm xmlns:a="http://schemas.openxmlformats.org/drawingml/2006/main">
            <a:off x="108585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B638C-1917-499C-B110-9DFD1869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041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Master Teacher focus: submit required files and support checking for the school.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C0625-3804-4927-B9B7-56D31C54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F5D3C-8B1D-41C0-B8DE-ABCA73B9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9080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Uploads DLL, ISP, or ISR when assigned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7945E-997C-4D78-8F32-726B1D66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814D6-1A4B-4588-ADB9-F1F4D772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575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Uses Archive to review files and add remarks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7C9A6-6159-4024-B743-7BC6681A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2821D1-8FEB-47D0-A21C-A4B9DE90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2430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Uses Compliance to find missing or unchecked DLLs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F7237B-54E2-4493-8AEC-E5628CB2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E4B09B-EC9D-4861-8AAD-717F2693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910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Uses pattern groups to identify teachers needing support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B50069-ACE6-46E4-9B15-E0E37697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4795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3A8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CB1C69-9A8B-466B-B56D-C6000F78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19400"/>
            <a:ext cx="251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DD1556-4BF1-47EB-91A6-B8A96BD7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3370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21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Master Teacher Archive or Compliance screenshot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49D486-4A64-401C-A5E8-8329868B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29000"/>
            <a:ext cx="2514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C8D3E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C16431-7A75-4115-A0BB-26D78309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24225"/>
            <a:ext cx="2057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11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ADD EXACT</a:t>
            </a:r>
          </a:p>
          <a:p xmlns:a="http://schemas.openxmlformats.org/drawingml/2006/main">
            <a:pPr algn="ctr">
              <a:defRPr sz="225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SYSTEM PICTURE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8FEC97-225F-4FA2-B568-73941A98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066530-C76E-4DC6-9D46-04F00272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682555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3646DF-BF81-43A2-A078-B38EBA51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36822-ED40-4F81-807E-1476D664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School Head role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b89d17454f47b5"/>
          <a:stretch xmlns:a="http://schemas.openxmlformats.org/drawingml/2006/main"/>
        </p:blipFill>
        <p:spPr>
          <a:xfrm xmlns:a="http://schemas.openxmlformats.org/drawingml/2006/main">
            <a:off x="108585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5A8C6-1586-44C3-A53E-9C2E36F0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592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School Head focus: monitor the school, follow up overdue files, and confirm checking 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EF6C7-4231-44FB-8B63-BF6E8324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6F28C-6D95-4B3E-8983-7640B1EE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9080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Views school-level overdue and for checking counts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ED275-A9E4-45EB-9910-D64624E9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6969A0-BF57-4B17-8448-121C1F9B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575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Opens teacher or subject action lists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B66E0-9971-438E-B84D-857D5FF7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78B78-16D7-4A51-A6AF-1CCFA535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2430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Uses K-means groups to target support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3CD96-93C7-43B1-A894-5607B1C3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0E1829-DE4A-4EB8-89AE-B84BA5EF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910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Exports period reports for meetings and monitoring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DA07F3-7892-47DA-AE96-A7B40790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4795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3A8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8EC086-FC23-4DF8-9282-ECEF3E97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19400"/>
            <a:ext cx="251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505FA1-720A-4037-B266-102A65BB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3370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School Head Compliance screenshot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8A2B65-787B-4957-831C-42E2FF35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29000"/>
            <a:ext cx="2514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C8D3E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902E86-6A24-4FFB-BED9-D80BCEF6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24225"/>
            <a:ext cx="2057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11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ADD EXACT</a:t>
            </a:r>
          </a:p>
          <a:p xmlns:a="http://schemas.openxmlformats.org/drawingml/2006/main">
            <a:pPr algn="ctr">
              <a:defRPr sz="225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SYSTEM PICTURE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BF16EE-0C60-4EAE-8ACD-2FEFE3F5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7E3F10-DAD7-4762-918A-1DAEF5E8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143428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E6B7FA9-C9B1-49FD-9188-5832956C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E550A-8055-4240-BA2F-0B1B26DE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Role access at a glance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a7c43446149e3"/>
          <a:stretch xmlns:a="http://schemas.openxmlformats.org/drawingml/2006/main"/>
        </p:blipFill>
        <p:spPr>
          <a:xfrm xmlns:a="http://schemas.openxmlformats.org/drawingml/2006/main">
            <a:off x="108585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411BE-9BFB-4EB2-BE1E-8F64FA1A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247650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40AF"/>
          </a:solidFill>
          <a:ln xmlns:a="http://schemas.openxmlformats.org/drawingml/2006/main" w="9525">
            <a:solidFill>
              <a:srgbClr val="1E40A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79BEA-05B9-4D57-B139-8FE6C8BA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B90FF2-8B80-43DF-B070-34816C8E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543050"/>
            <a:ext cx="26479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3CEC4-D5B4-480C-84AD-A1F6957A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71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Teacher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9F4B04-919F-4601-B186-C81691B9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543050"/>
            <a:ext cx="30289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AB707-8BB7-4D9F-ABF3-A17D6F71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716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Master Teacher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B1104A-CE3B-4830-9F44-92761BEA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43050"/>
            <a:ext cx="30289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47088-2F19-4653-8556-ADCA4C94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716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School Head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C02600-B2DD-4596-AF12-E9E042EA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247650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DDC038-FDDB-472C-A048-06EF3381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0507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Tracker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E91F36-3DEB-411C-8BB3-DD320CBC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86000"/>
            <a:ext cx="26479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03D1F6-E72C-4755-8CB0-8E8584AF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05075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Own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80EE1B-78E1-40A7-BF9F-6C2EC577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86000"/>
            <a:ext cx="30289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029544-F2F2-4D7A-92A7-6936DC32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0507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Own and review items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43FAEF-3051-417C-B277-19DA39D4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30289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BC072B-F799-4ECB-89E6-F9232AB7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0507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School status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7BE9E3-0B08-4352-A97E-483E5655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247650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242EEC-4876-4E8E-83ED-B1B035DA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4802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4E99BB-32AE-41ED-8586-C13EFD2B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28950"/>
            <a:ext cx="26479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FDD415-5D4B-4E12-B5DB-FC8AB950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48025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DLL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409D52-C816-4BBF-BFF7-0927D731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28950"/>
            <a:ext cx="30289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536F44-8207-426E-85A6-A6D71328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480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DLL, ISP, ISR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34BFC1-4ED5-4C61-8638-B333D0D1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28950"/>
            <a:ext cx="30289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AA2162-A027-484F-9DDF-00D99BA5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480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ISP, ISR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46E604-B94B-4664-B25A-0D827CCC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247650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80F9B2-8BF7-486A-8E34-C4C2265C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9097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Archive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C7185F-2624-4757-AB59-B8E3D981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71900"/>
            <a:ext cx="26479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841371-65FF-460C-8166-7B0BC9DD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90975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Own files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8AFE66-0C45-48BB-BDC0-48783F6C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771900"/>
            <a:ext cx="30289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F6CAE1-6279-4231-B277-7E2BBE40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9097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School review files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F9FCC4-4C4C-451B-8748-5AB5B8E7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71900"/>
            <a:ext cx="30289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2FE026-5F9F-404B-B4EC-C32FD46A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9097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School files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F67A7D-C90E-496A-8FDB-247B1D01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247650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FC9EBC-E1A6-4235-951C-47FF2FDA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392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Compliance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49CC49-A1DA-45CC-AEA9-F860AB59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14850"/>
            <a:ext cx="26479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755032-5351-4BB2-B127-43E93529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33925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Personal view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6EBC3E-35BB-477A-8744-FFED53FC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514850"/>
            <a:ext cx="30289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19146A-D148-42EE-BFB8-88251704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339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Teacher follow-up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BDB0F2-B628-44AA-BDF5-2CBCEB77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14850"/>
            <a:ext cx="30289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017F20-64D0-4A87-9785-E6C9D0AE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339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School follow-up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366EAF-BFA4-43BD-8DC5-1D28CA5F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7944B5-3469-4402-8BDC-5B6FF31E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66415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256C64-5718-45FC-8083-FCBB0708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D86CB-7374-4EB8-B7F0-68FE2002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Demo picture checklist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f1bc153ab6491f"/>
          <a:stretch xmlns:a="http://schemas.openxmlformats.org/drawingml/2006/main"/>
        </p:blipFill>
        <p:spPr>
          <a:xfrm xmlns:a="http://schemas.openxmlformats.org/drawingml/2006/main">
            <a:off x="108585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38B2F-3B99-4AE7-8F81-449C608A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981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8235C-D584-45E2-9AAE-D2583B4A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62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Tracker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B356A0-E393-4C16-BECB-1E96F58B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621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dashboard with status cards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70735-15B5-41A8-9DE1-4B1D57CE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981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B04A3-C454-4D88-AD48-488AB292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3FCE2-2A30-4413-BEAF-C61517EC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003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detected load, term, week, and confirm button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87372-CCF3-403F-A756-BE7470DD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981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C1202-D2AA-4615-9D8D-34EA6717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Archive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F779B-4F5A-4CE2-A498-B5B6C7A3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385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term and week folders plus remarks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FF41ED-054B-4D9E-8A49-47616328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981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2BEA54-3C81-4C03-A626-ABC21911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Compliance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68DB97-7328-463D-9079-28E1E69A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767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overdue, for checking, K-means groups, and action 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0C8E7F-DF9E-4D1E-9884-FFDDC6B5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981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EAB1C2-AE4D-4E84-BD29-6564AD0E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Loads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EE96C0-5909-4F76-951E-AD44091E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9149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teaching load assignment screen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c2163fb2349d1"/>
          <a:stretch xmlns:a="http://schemas.openxmlformats.org/drawingml/2006/main"/>
        </p:blipFill>
        <p:spPr>
          <a:xfrm xmlns:a="http://schemas.openxmlformats.org/drawingml/2006/main">
            <a:off x="10651153" y="5238750"/>
            <a:ext cx="700445" cy="7048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6563B5-FE8E-4C0B-B291-92B1FFE7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F33834-52D2-497C-9EB0-E7A3F133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999828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bf959b53342c9"/>
          <a:stretch xmlns:a="http://schemas.openxmlformats.org/drawingml/2006/main"/>
        </p:blipFill>
        <p:spPr>
          <a:xfrm xmlns:a="http://schemas.openxmlformats.org/drawingml/2006/main">
            <a:off x="819150" y="7810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C6CAB-23AB-45A9-A456-D73828B7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One-minute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628B9-7D59-4021-B410-C15B1FB6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576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Teachers submit and track. Master Teachers review and support. School Heads monitor and follow up. Archive keeps the evidence. Compliance shows where action is needed.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E0665-18B0-4B27-8731-07B024E3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9620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E40AF"/>
          </a:solidFill>
          <a:ln xmlns:a="http://schemas.openxmlformats.org/drawingml/2006/main" w="9525">
            <a:solidFill>
              <a:srgbClr val="1E40A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7541E-8F74-4F32-BA11-7621A704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115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Goal: fewer missing DLLs, faster checking, and clearer weekly documentation.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8C125-7E09-4691-9858-61D7DA3B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0A717-9051-4213-A2AC-431FE8C9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996273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2026-09-29T02:28:16.6340000Z</dcterms:created>
  <dcterms:modified xsi:type="dcterms:W3CDTF">2026-09-29T02:28:16.6340000Z</dcterms:modified>
</coreProperties>
</file>