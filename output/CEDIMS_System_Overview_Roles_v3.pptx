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ccf52c8bb48ad" /><Relationship Type="http://schemas.openxmlformats.org/officeDocument/2006/relationships/extended-properties" Target="/docProps/app.xml" Id="R624a01c3b4b84b5d" /><Relationship Type="http://schemas.openxmlformats.org/officeDocument/2006/relationships/officeDocument" Target="/ppt/presentation.xml" Id="R838fc07c6b1b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467bc94f1d4d32"/>
  </p:sldMasterIdLst>
  <p:notesMasterIdLst>
    <p:notesMasterId xmlns:r="http://schemas.openxmlformats.org/officeDocument/2006/relationships" r:id="R52b4ae7acd634d09"/>
  </p:notesMasterIdLst>
  <p:sldIdLst>
    <p:sldId xmlns:r="http://schemas.openxmlformats.org/officeDocument/2006/relationships" id="256" r:id="R98a64c6cee4f4454"/>
    <p:sldId xmlns:r="http://schemas.openxmlformats.org/officeDocument/2006/relationships" id="257" r:id="Re65eb086d8e143f1"/>
    <p:sldId xmlns:r="http://schemas.openxmlformats.org/officeDocument/2006/relationships" id="258" r:id="R6b2c5fa9e2104aa6"/>
    <p:sldId xmlns:r="http://schemas.openxmlformats.org/officeDocument/2006/relationships" id="259" r:id="Rbb06c5b5f77e4a71"/>
    <p:sldId xmlns:r="http://schemas.openxmlformats.org/officeDocument/2006/relationships" id="260" r:id="Rbed84edb0d114f73"/>
    <p:sldId xmlns:r="http://schemas.openxmlformats.org/officeDocument/2006/relationships" id="261" r:id="Rbb1828b91665474d"/>
    <p:sldId xmlns:r="http://schemas.openxmlformats.org/officeDocument/2006/relationships" id="262" r:id="R3448d3b4f03e4a54"/>
    <p:sldId xmlns:r="http://schemas.openxmlformats.org/officeDocument/2006/relationships" id="263" r:id="R08b22ce57d8b4bf2"/>
    <p:sldId xmlns:r="http://schemas.openxmlformats.org/officeDocument/2006/relationships" id="264" r:id="Rac4feb014fd7499d"/>
    <p:sldId xmlns:r="http://schemas.openxmlformats.org/officeDocument/2006/relationships" id="265" r:id="R85d2ede034ca4fa1"/>
    <p:sldId xmlns:r="http://schemas.openxmlformats.org/officeDocument/2006/relationships" id="266" r:id="R4717e81c1cbe44be"/>
    <p:sldId xmlns:r="http://schemas.openxmlformats.org/officeDocument/2006/relationships" id="267" r:id="R8643eb8365264100"/>
    <p:sldId xmlns:r="http://schemas.openxmlformats.org/officeDocument/2006/relationships" id="268" r:id="Rd077652b34a24eab"/>
    <p:sldId xmlns:r="http://schemas.openxmlformats.org/officeDocument/2006/relationships" id="269" r:id="Rf716856c444e41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e57a42c514eb6" /><Relationship Type="http://schemas.openxmlformats.org/officeDocument/2006/relationships/slideMaster" Target="/ppt/slideMasters/slideMaster1.xml" Id="R39467bc94f1d4d32" /><Relationship Type="http://schemas.openxmlformats.org/officeDocument/2006/relationships/notesMaster" Target="/ppt/notesMasters/notesMaster1.xml" Id="R52b4ae7acd634d09" /><Relationship Type="http://schemas.openxmlformats.org/officeDocument/2006/relationships/presProps" Target="/ppt/presProps.xml" Id="Ref7615e2869c48ff" /><Relationship Type="http://schemas.openxmlformats.org/officeDocument/2006/relationships/tableStyles" Target="/ppt/tableStyles.xml" Id="Re20c5f6465bb49dd" /><Relationship Type="http://schemas.openxmlformats.org/officeDocument/2006/relationships/slide" Target="/ppt/slides/slide1.xml" Id="R98a64c6cee4f4454" /><Relationship Type="http://schemas.openxmlformats.org/officeDocument/2006/relationships/slide" Target="/ppt/slides/slide2.xml" Id="Re65eb086d8e143f1" /><Relationship Type="http://schemas.openxmlformats.org/officeDocument/2006/relationships/slide" Target="/ppt/slides/slide3.xml" Id="R6b2c5fa9e2104aa6" /><Relationship Type="http://schemas.openxmlformats.org/officeDocument/2006/relationships/slide" Target="/ppt/slides/slide4.xml" Id="Rbb06c5b5f77e4a71" /><Relationship Type="http://schemas.openxmlformats.org/officeDocument/2006/relationships/slide" Target="/ppt/slides/slide5.xml" Id="Rbed84edb0d114f73" /><Relationship Type="http://schemas.openxmlformats.org/officeDocument/2006/relationships/slide" Target="/ppt/slides/slide6.xml" Id="Rbb1828b91665474d" /><Relationship Type="http://schemas.openxmlformats.org/officeDocument/2006/relationships/slide" Target="/ppt/slides/slide7.xml" Id="R3448d3b4f03e4a54" /><Relationship Type="http://schemas.openxmlformats.org/officeDocument/2006/relationships/slide" Target="/ppt/slides/slide8.xml" Id="R08b22ce57d8b4bf2" /><Relationship Type="http://schemas.openxmlformats.org/officeDocument/2006/relationships/slide" Target="/ppt/slides/slide9.xml" Id="Rac4feb014fd7499d" /><Relationship Type="http://schemas.openxmlformats.org/officeDocument/2006/relationships/slide" Target="/ppt/slides/slide10.xml" Id="R85d2ede034ca4fa1" /><Relationship Type="http://schemas.openxmlformats.org/officeDocument/2006/relationships/slide" Target="/ppt/slides/slide11.xml" Id="R4717e81c1cbe44be" /><Relationship Type="http://schemas.openxmlformats.org/officeDocument/2006/relationships/slide" Target="/ppt/slides/slide12.xml" Id="R8643eb8365264100" /><Relationship Type="http://schemas.openxmlformats.org/officeDocument/2006/relationships/slide" Target="/ppt/slides/slide13.xml" Id="Rd077652b34a24eab" /><Relationship Type="http://schemas.openxmlformats.org/officeDocument/2006/relationships/slide" Target="/ppt/slides/slide14.xml" Id="Rf716856c444e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de8c432934b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e3a801addc404a" /><Relationship Type="http://schemas.openxmlformats.org/officeDocument/2006/relationships/notesMaster" Target="/ppt/notesMasters/notesMaster1.xml" Id="R9c2df1ab3368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ceefc66154481" /><Relationship Type="http://schemas.openxmlformats.org/officeDocument/2006/relationships/notesMaster" Target="/ppt/notesMasters/notesMaster1.xml" Id="R8508224e6dac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86a0e3923448d" /><Relationship Type="http://schemas.openxmlformats.org/officeDocument/2006/relationships/notesMaster" Target="/ppt/notesMasters/notesMaster1.xml" Id="Re4d7459cfc664f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e4512c45574d3d" /><Relationship Type="http://schemas.openxmlformats.org/officeDocument/2006/relationships/notesMaster" Target="/ppt/notesMasters/notesMaster1.xml" Id="R4edf8d7cb1f948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9f3d19b8c42de" /><Relationship Type="http://schemas.openxmlformats.org/officeDocument/2006/relationships/notesMaster" Target="/ppt/notesMasters/notesMaster1.xml" Id="Rb4a5afea7cfc48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244d20c9a4d2f" /><Relationship Type="http://schemas.openxmlformats.org/officeDocument/2006/relationships/notesMaster" Target="/ppt/notesMasters/notesMaster1.xml" Id="Rff90a3f5abbc40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ba1dd7fa64891" /><Relationship Type="http://schemas.openxmlformats.org/officeDocument/2006/relationships/notesMaster" Target="/ppt/notesMasters/notesMaster1.xml" Id="Rd331e4c6604949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0b70b6b4c740e0" /><Relationship Type="http://schemas.openxmlformats.org/officeDocument/2006/relationships/notesMaster" Target="/ppt/notesMasters/notesMaster1.xml" Id="R00e74b3b220d41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dc9ea6100b42b6" /><Relationship Type="http://schemas.openxmlformats.org/officeDocument/2006/relationships/notesMaster" Target="/ppt/notesMasters/notesMaster1.xml" Id="R2c3715e761ef4d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85146105f4e22" /><Relationship Type="http://schemas.openxmlformats.org/officeDocument/2006/relationships/notesMaster" Target="/ppt/notesMasters/notesMaster1.xml" Id="Raf38d7b99c4f46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78ac1b52f44a31" /><Relationship Type="http://schemas.openxmlformats.org/officeDocument/2006/relationships/notesMaster" Target="/ppt/notesMasters/notesMaster1.xml" Id="Rdcd8d3f8f74c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65054e08349d8" /><Relationship Type="http://schemas.openxmlformats.org/officeDocument/2006/relationships/notesMaster" Target="/ppt/notesMasters/notesMaster1.xml" Id="Rc4804eb0cf7749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b4c0245b2140e3" /><Relationship Type="http://schemas.openxmlformats.org/officeDocument/2006/relationships/notesMaster" Target="/ppt/notesMasters/notesMaster1.xml" Id="R0f9cd53d02f643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77d56b40a44d6e" /><Relationship Type="http://schemas.openxmlformats.org/officeDocument/2006/relationships/notesMaster" Target="/ppt/notesMasters/notesMaster1.xml" Id="R91a22910e9f9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CEDIMS system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definition of the system before explaining features and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quick walkthrough before opening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Tracker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Upload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Archive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Compliance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Loads and leave the right side for the exact system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role explanation with a space for the exact teacher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Teacher role explanation with a screenshot placeholder.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 Head role explanation with a screenshot placeholder.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Large role access table for easy viewing.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checklist for replacing placeholders with final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script for the presenter.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bf4725272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831da8a984452" /><Relationship Type="http://schemas.openxmlformats.org/officeDocument/2006/relationships/slideLayout" Target="/ppt/slideLayouts/slideLayout1.xml" Id="R79c757f4e9524b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c757f4e9524b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4bfa9c470406e" /><Relationship Type="http://schemas.openxmlformats.org/officeDocument/2006/relationships/image" Target="/ppt/media/image.jpeg" Id="R5d4cfb2f14bd42b4" /><Relationship Type="http://schemas.openxmlformats.org/officeDocument/2006/relationships/image" Target="/ppt/media/image.png" Id="Re53323c6ee7641a7" /><Relationship Type="http://schemas.openxmlformats.org/officeDocument/2006/relationships/image" Target="/ppt/media/image2.png" Id="R1acd5077143a4254" /><Relationship Type="http://schemas.openxmlformats.org/officeDocument/2006/relationships/notesSlide" Target="/ppt/notesSlides/notesSlide1.xml" Id="R99403fa6befa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92ae61564eb8" /><Relationship Type="http://schemas.openxmlformats.org/officeDocument/2006/relationships/image" Target="/ppt/media/image3.png" Id="R8cd91652b2034d18" /><Relationship Type="http://schemas.openxmlformats.org/officeDocument/2006/relationships/notesSlide" Target="/ppt/notesSlides/notesSlide2.xml" Id="R4eb4b8338161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4adce593d42d1" /><Relationship Type="http://schemas.openxmlformats.org/officeDocument/2006/relationships/image" Target="/ppt/media/image4.png" Id="R959ba058cdd848aa" /><Relationship Type="http://schemas.openxmlformats.org/officeDocument/2006/relationships/notesSlide" Target="/ppt/notesSlides/notesSlide3.xml" Id="R0d99621d65564f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4f3dcf4864393" /><Relationship Type="http://schemas.openxmlformats.org/officeDocument/2006/relationships/image" Target="/ppt/media/image5.png" Id="Ra4cf6a4e022d4474" /><Relationship Type="http://schemas.openxmlformats.org/officeDocument/2006/relationships/notesSlide" Target="/ppt/notesSlides/notesSlide4.xml" Id="R07a55db97d714c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69fb5cb542d5" /><Relationship Type="http://schemas.openxmlformats.org/officeDocument/2006/relationships/image" Target="/ppt/media/image6.png" Id="Ra60b01977c074034" /><Relationship Type="http://schemas.openxmlformats.org/officeDocument/2006/relationships/notesSlide" Target="/ppt/notesSlides/notesSlide5.xml" Id="R0df06717bf514b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9d920f27d47f0" /><Relationship Type="http://schemas.openxmlformats.org/officeDocument/2006/relationships/image" Target="/ppt/media/image7.png" Id="Re801b54cfe944b2c" /><Relationship Type="http://schemas.openxmlformats.org/officeDocument/2006/relationships/notesSlide" Target="/ppt/notesSlides/notesSlide6.xml" Id="R5473f96876b248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fa85ed8bd40fe" /><Relationship Type="http://schemas.openxmlformats.org/officeDocument/2006/relationships/image" Target="/ppt/media/image8.png" Id="R7437fa64fc0246ee" /><Relationship Type="http://schemas.openxmlformats.org/officeDocument/2006/relationships/notesSlide" Target="/ppt/notesSlides/notesSlide7.xml" Id="R8590e94581964e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12b757fe4335" /><Relationship Type="http://schemas.openxmlformats.org/officeDocument/2006/relationships/image" Target="/ppt/media/image9.png" Id="R7c7f13db6b044de9" /><Relationship Type="http://schemas.openxmlformats.org/officeDocument/2006/relationships/notesSlide" Target="/ppt/notesSlides/notesSlide8.xml" Id="Ra24024fb5ea74d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fee85fe304733" /><Relationship Type="http://schemas.openxmlformats.org/officeDocument/2006/relationships/image" Target="/ppt/media/image10.png" Id="Re679fe943c114676" /><Relationship Type="http://schemas.openxmlformats.org/officeDocument/2006/relationships/notesSlide" Target="/ppt/notesSlides/notesSlide9.xml" Id="R30977571f73c48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1e7b4d16a4b15" /><Relationship Type="http://schemas.openxmlformats.org/officeDocument/2006/relationships/image" Target="/ppt/media/image11.png" Id="R83f38dee44ad465c" /><Relationship Type="http://schemas.openxmlformats.org/officeDocument/2006/relationships/notesSlide" Target="/ppt/notesSlides/notesSlide10.xml" Id="R9c7fc12ffcbb4c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044a44ba044ad" /><Relationship Type="http://schemas.openxmlformats.org/officeDocument/2006/relationships/image" Target="/ppt/media/image12.png" Id="R4e32d6766a9c4aa0" /><Relationship Type="http://schemas.openxmlformats.org/officeDocument/2006/relationships/notesSlide" Target="/ppt/notesSlides/notesSlide11.xml" Id="Ra95d08ef912e41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e466914f47c7" /><Relationship Type="http://schemas.openxmlformats.org/officeDocument/2006/relationships/image" Target="/ppt/media/image13.png" Id="R81ff2aa1332b4315" /><Relationship Type="http://schemas.openxmlformats.org/officeDocument/2006/relationships/notesSlide" Target="/ppt/notesSlides/notesSlide12.xml" Id="Rb8752f879a6f40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a2889635c4d87" /><Relationship Type="http://schemas.openxmlformats.org/officeDocument/2006/relationships/image" Target="/ppt/media/image14.png" Id="R4d8c88884205417a" /><Relationship Type="http://schemas.openxmlformats.org/officeDocument/2006/relationships/image" Target="/ppt/media/image15.png" Id="R2660f862429647c9" /><Relationship Type="http://schemas.openxmlformats.org/officeDocument/2006/relationships/notesSlide" Target="/ppt/notesSlides/notesSlide13.xml" Id="Rc146835446f542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6eaab6dfa4b9a" /><Relationship Type="http://schemas.openxmlformats.org/officeDocument/2006/relationships/image" Target="/ppt/media/image16.png" Id="Rdb75eb3ba5744eab" /><Relationship Type="http://schemas.openxmlformats.org/officeDocument/2006/relationships/notesSlide" Target="/ppt/notesSlides/notesSlide14.xml" Id="R82ab41744cac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cfb2f14bd42b4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3FCAB-1C2A-414C-86D6-2532C6A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0"/>
            <a:ext cx="5962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5882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323c6ee7641a7"/>
          <a:stretch xmlns:a="http://schemas.openxmlformats.org/drawingml/2006/main"/>
        </p:blipFill>
        <p:spPr>
          <a:xfrm xmlns:a="http://schemas.openxmlformats.org/drawingml/2006/main">
            <a:off x="781050" y="712775"/>
            <a:ext cx="876300" cy="7080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d5077143a4254"/>
          <a:stretch xmlns:a="http://schemas.openxmlformats.org/drawingml/2006/main"/>
        </p:blipFill>
        <p:spPr>
          <a:xfrm xmlns:a="http://schemas.openxmlformats.org/drawingml/2006/main">
            <a:off x="1809750" y="70485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F241F-AB6F-4D91-813E-B83FAEB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CEDIMS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C36E4-A96A-45A8-A83F-4B9CD681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System overview and role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A9C46-A50E-4F09-AA5F-1FB5535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Teachers, Master Teachers, and School Heads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5BAA8-404A-4C0D-869C-E2A5F9CC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Prepared for feature explanation and live demo screenshots</a:t>
            </a:r>
          </a:p>
        </p:txBody>
      </p:sp>
    </p:spTree>
    <p:extLst>
      <p:ext uri="{BB962C8B-B14F-4D97-AF65-F5344CB8AC3E}">
        <p14:creationId xmlns:p14="http://schemas.microsoft.com/office/powerpoint/2010/main" val="568987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9B182-155C-438A-BBA5-B992868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DEC5A-EC47-4A68-92DC-3A4717E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CEDIMS does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91652b2034d18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03F8-560F-4E6C-9F2D-55517A26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2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CEDIMS manages instructional documents from upload to archive, review, and compliance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8951-9026-4DCD-8DA4-24DD9240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6CFEB-02F6-492D-B3EE-1B9A6A77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D1821-E3DB-4219-90E6-E8293391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B6FED-BF42-4F8F-A0D5-75F93D94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files and confirm detected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06340-48CE-4A79-A2EF-C836D4A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31606-02CD-425B-9F3A-61E0C99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A41C4-BBFC-475A-B603-90A6BF25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A34DE-72EA-4E44-9048-D06AB11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Approved files stay searchable with QR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2CD74-80A1-487F-AAFA-8C24763B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8C5F9-8573-4E26-91F0-C0C0F30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B6A8F-3D5B-4985-B129-2A35082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78603-E416-42B5-986B-A7818C4E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Master Teachers and School Heads add remarks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296FC-2420-4E98-BB97-0E4C98E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F2FEE-B58B-4941-9AD2-4E1A94A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114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B5B48-026E-4ECD-9242-619E6A9C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C0580-7493-4D98-8372-19700BC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Leaders see overdue and unchecked files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136E4-C842-445C-8EA6-A2BBDEC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CC424-1D3B-4F52-B71A-EB1963B8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8155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7B08B-72BD-4178-8CAA-0758F871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DFAF-EC03-47A5-A274-3A68D36C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workflow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ba058cdd848aa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CCF63-474D-4BD3-9963-B9F14768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3ACC7-9BB4-4343-A999-8B69E47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13E04-80FD-4BF1-B90E-B5CDDEB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0D794-4DEC-45FD-B8B3-2B49F37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71D2A-9509-4467-98D3-A643A9F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prepares the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FCF87-2B84-4180-A179-303EE5F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9BB90-EC12-41CD-B4FE-1295F7D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EB020-15C8-43C7-A88A-8D1F602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240AB-80CC-4925-B361-86DD442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8AE86-BC99-4028-B5CA-67170AE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System detects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15D42-1F60-41E6-BF6B-BCBBA7EC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991BD-7277-416D-B5FC-FB8C637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8939B-FBC1-47A5-AF4D-B0FC873A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1CD03-9C9C-4AEA-BD84-4E74CA9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45A1D-00AA-448B-8557-BED96753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PDF is stored and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41287-8FF7-465E-B44A-DE8007DB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C7E59-218B-46AA-B479-A4C1855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CEFCB-D2D6-425E-8256-7810EBA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337C5-2658-436D-B278-7B925832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D3607-A940-4C59-BBF1-83D05EB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Reviewer adds remarks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D75B0-CAF6-4009-933F-4CD16C9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924050" cy="22479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DE4BB-6783-4239-991C-15A6C6D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3F17F-0B05-4C8A-A28E-518FFA2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81904-C3FA-4D1A-A541-A27CFD8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1D4EB-8DB8-4F52-BBCD-C6122FF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2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Leaders follow 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69492-71C2-4B27-AE61-197F214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7917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1214C-9041-4C3A-8D60-B27BD938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244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Compliance tells who needs follow-up. Archive is where checking happens.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0410B-396C-484A-8A6F-6537042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04F89-82AC-4FAC-96A7-4977106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3366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E5B61-EE15-441C-94A1-5231619C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F06B3-B446-4AD6-B119-62BA342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f6a4e022d4474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B6BFC-95ED-4267-8882-61FE778C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Shows each user what is submitted, missing, late, or still for checking.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03A6-0561-430A-BBA6-06F06A6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What to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3E70B-4E27-4D1F-A81D-2F1EE71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EADA7-8B34-49D3-A697-5FA7BBC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status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BC0F-840C-4AB1-8858-22EEF7C8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052E8-1B23-41AA-961A-99699F9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week or period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836A1-9232-4C0C-8830-B2FE239A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F5AE3-CBE9-41A9-BF35-D6D2AA0D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teacher or school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3121D-DBA2-4A23-9EC9-861C5A29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DA33E-6A95-4DA9-9FF1-5EA5D372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4038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3B976-C8DA-4105-9E79-42F413C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B50D3-F181-4233-B7DC-82A11473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Exact Tracker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090F2-A68D-4CB3-A133-F501250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BCF96-5434-42FB-8EC7-4AD93875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7785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C5BB2-9AF4-4B36-8A1F-E8FCBF6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BA242-1F40-4ADC-9B62-F8836CB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b01977c074034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B12F7-2D38-4662-A235-33E55C55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6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Guides file submission and checks the detected subject, grade, term, week, and document 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96FE2-86B3-4641-98C7-01B70830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What to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9CA85-8B7E-4B44-A15A-959D0BB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0F99F-23B5-4A30-AA4D-470D1EB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file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ED4A8-F9CF-4435-B8F3-6A1416D1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DC2B0-A8D4-4F60-9336-7ACEC848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detected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49BEC-8148-483C-98AD-2C3E5E2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F24F2-B7A2-4FED-A48A-B6B1E71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Confirm and 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C84F9-6F95-4707-BA88-8E57862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D1757-C6C3-4EBA-92C9-A38B84A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4038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475D7-B2B6-4AB4-960E-5A5E323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BA933-08CF-44BE-B7E3-357D541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Exact Upload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11687-EB53-4E58-AF7D-51919EE2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5E67C-7B29-46AE-B44E-5DFD4DC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161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60B50-B6C5-45EE-9EBA-E5057320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1E73D-B3EA-4946-8604-6DBEE81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1b54cfe944b2c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AF13B-36EC-433A-94AE-02C766A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6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Stores submitted documents for search, viewing, remarks, downloads, and QR verification.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B940E-5C91-4993-8429-FEB29396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What to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BA21C-B09A-41CC-BA0B-00E5595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C4248-2DFC-420F-AB2C-01CFF38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term and week folders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175F-4CA0-4D00-ACB2-729EAA4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380E5-E104-49E8-859B-BAD44A4B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document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F74EE-39BA-49D9-9B22-D4BC3CF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D7C60-4B58-42A5-80E9-03BC719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remarks or status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DFD0F-77BF-4040-A855-1FB77047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ACF88-F45A-4F97-9ED6-A5D138A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4038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62CD3-BFD2-4686-B752-2EE70DD3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CF005-22C8-4E99-BA24-F848BE30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Exact Archive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4AD48-7EDB-4CFD-85E2-465A892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34EA-54BB-4951-88AB-20843056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7403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31E1E-EF47-4773-969C-D3B97A7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EAE4-139C-4A55-B3D1-BE31E3F8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7fa64fc0246ee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B0EDC-DE14-41D6-8695-48CE630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Shows overdue files and files for checking so leaders know who needs action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1135F-7EC4-4238-9F55-51E268D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What to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602A2-5933-47C5-966A-C1DA51F5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FE495-D410-4DD0-B00B-CE1142AD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overdue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F9D93-EE58-422C-9E9F-8EF624E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FCFAD-8B4A-4F75-93B6-DFFDEF2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for checking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EFCB9-0EBA-4C0B-96B7-253EB8E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20E06-AE28-4873-8F23-ACDA7F3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action list and K-means groups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C1D8C-89C8-48A0-A6CD-4F9439AC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C7D31-2631-4E91-9301-E10EECC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4038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B83DA-3F6D-43B6-997A-4910D39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42F4E-3D08-40BB-B475-D0AB1EE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Exact Compliance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06644-5CF8-469D-B88C-273267C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77482-165F-42D7-9030-75032CEE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7360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CE198-3AD5-4CA7-9924-8D8B83E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FEATURE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1A66-9BAD-46E4-A853-097564C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f13db6b044de9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DE8BA-A9FE-457E-A510-D5E3588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6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Keeps teaching assignments connected to the correct grade, subject,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56F4-ECD6-4BED-A781-985DC387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What to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9D5C9-D13D-4325-A166-3BD172DD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6C596-5331-464E-B360-69E67EB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teaching load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139FF-3C8C-4B7E-AD8F-1825C21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8D971-C223-4C4E-902F-4F25AA2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add or edit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44F86-D346-47E6-90E2-581E392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D26D6-2783-4411-AC3A-8301E511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role-based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0FEB4-367F-4095-9AF9-C0977FE2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FFADC-0E78-467A-AFCD-B04BA38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4038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1F4F3-E389-4CEF-841A-605A3E53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DB74A-81E7-4077-9947-C4A22F2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Exact Loads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3B4C5-17B2-46B5-9812-9195C9AB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DDEAF-65CF-4997-8A00-339EE76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6814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75B2B-7D95-4DC1-82DA-550F1A8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AA2B4-A64C-440F-A308-FCBF482F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role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9fe943c114676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55871-F299-41BE-89FF-345623B5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04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focus: upload the right DLL and track personal weekly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92C60-D580-4741-B477-7778D11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15980-D53D-401B-9ED2-14EBD55A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Checks Tracker for missing or upcoming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56311-931B-4A3A-849B-4177F2A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8A78F-F31A-4EDA-82DA-BB893EEF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Upload to submit DLLs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FB3E8-130D-491C-93AC-578E3E1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481E2-0CD2-49F2-95ED-026BD79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Confirms detected term, week, subject, and grade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B6112-7654-4471-B3E8-8C21F1A7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FE3EF-AC8C-4E0E-9114-65E6E52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Views remarks and final PDFs in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9FEBA-8355-486C-BEDA-E033DBC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2C657-8A52-400B-9496-BD81F68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3B226-EE05-47A4-B3C5-CAC543E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B4F75-E3FF-43F0-B69E-6ECD4D0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dashboard or upload screenshot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AD78D-DC4E-4F56-8B6F-2D351C14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2A2F7-58E7-4049-90B8-D033B57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70403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58AFA-BEFA-43A3-8397-A468641C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63EC9-F7FE-49F2-BB96-4C13F907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role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38dee44ad465c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B82C4-A5BC-488D-9B05-56F1C79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41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focus: submit required files and support checking for the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ABDF-3BFF-4AEE-9DBB-B49E8F0F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3531C-E6DA-435D-82F5-AEC13B7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Uploads DLL, ISP, or ISR when assigned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C9A39-888D-44D3-9519-6E24AE56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3CF99-2474-46B3-877F-DF106AB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Archive to review files and add remarks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8B345-E3CF-4C0E-BCDB-057291EE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22A02-7ACB-4603-8EB4-8C8DC94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Compliance to find missing or unchecked DLLs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CEB68-371C-42A5-BEA8-DE5E104D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1665B-2E77-43F1-9DAF-354A93AF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pattern groups to identify teachers needing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A8A75-43B6-4730-9E98-380BB79E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D5DC7-CBE9-469E-897E-B5809A50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2824E-CACD-4766-8F1F-9C7A846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CFA77-C641-413B-8C56-F194148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4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Master Teacher Archive or Compliance screenshot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30209-4288-485D-8870-3B0C3AEE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E440D-BAE3-42A3-A3E3-B58D1FF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3090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C0AEA-76AA-4F74-A504-9740930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5DFE8-597E-432F-81BC-D1F7E350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role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2d6766a9c4aa0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315B5-9195-4361-9CE4-20611DDB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92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focus: monitor the school, follow up overdue files, and confirm checking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55AF1-9315-4322-AB02-580D08E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62F0E-0CA1-4958-8B92-6CBA88F8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Views school-level overdue and for checking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688E2-863B-497A-BB41-2B8545B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17E9C-4632-406D-8B84-53B94D3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Opens teacher or subject action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BDAE-07AF-4E96-A72B-04867EC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8F84F-5A36-4531-9AC2-19A73DE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Uses K-means groups to target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C1783-51B6-42CB-886E-B68B8A84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DB366-2439-4462-B2C8-EA1AC5B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Exports period reports for meetings and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5F507-01BE-46EA-A266-378B551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92BF6-D3B2-4664-AB49-4FC6FDA8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514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E0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0C3AB-7268-43FB-9224-DE8DB46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PUT SCREENSHOT 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3DF2F-A4DD-474D-BCE3-3B8A322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Head Compliance screenshot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F9B29-5619-4C08-BB9A-C5C7F87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EF006-AA3D-450B-B5EB-33A152C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9566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B9AC36-1953-415E-9A2A-EEA2BF69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C6D0-2066-4959-95DF-765190A3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access at a glance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f2aa1332b4315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46C0B-45F3-4459-B477-E2408229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80E4E-90B7-4E3A-B2DE-E6AE130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0164F-897D-4E11-B3A7-724732E6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430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410D1-C5C1-4CDC-9B60-783F4E7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F6FCF-DB1E-48C5-8E91-32FD84BC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430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61DD8-7896-4620-89E0-E38DD86A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59ECB-7498-4BA0-9501-838F321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4E1E8-DBF3-4F4C-90E8-722720E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7EC6A-49DB-43DF-933C-CB7DC8AF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6662B-D509-4D2D-8416-9E4258F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C57FF-25D8-418D-AABB-5EBB066F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E5B50-B064-4BDC-BCE6-8724FDB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5D436-901F-4FA6-9B3F-555F0114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69F7B-6495-4282-AFFB-DF7678A3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and review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A26BA-AB3C-4819-A584-47B9EF3A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FF3FE-099E-431C-9F1B-42301903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88893-F8F9-467B-A872-BEC1F47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5C9D7-73A7-43D6-963C-D95D0810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2A01B-B643-426A-B99F-312FB8F6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A43D0-D494-4438-A7ED-CEF7E3D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480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1D153-8CEA-4434-AF3F-78A8A0C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5022D-B312-4035-9E31-3B96867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480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DLL, ISP, ISR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EA418-4877-4775-B603-81D27A1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69C91-9760-4679-AEE6-6CD7A61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480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ISP, ISR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936768-85FF-4BE2-A105-7061B45C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B12EE-ABA3-45B1-838C-F3DF18C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DE37C-1759-42BD-94A4-3B53A6AC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01ED3-6D27-4D46-8857-F4A3D44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files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74E202-4999-4D20-8921-2B19169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719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5B6189-5963-46EB-B8FD-A4092F0A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909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review files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954A07-5C37-486E-A1B7-2CC82F95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4F9A9-1065-4E7F-AFD2-9D643F6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909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1E1A53-DA42-4305-98B2-1CFE0458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47650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724CA8-805F-4230-A5F2-6BFBFA9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885E20-1CBE-4265-84F5-43A80BF4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2647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AFA9F0-4F3C-4CB8-978B-F35BA326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339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Personal 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D6AE3F-303A-4CEB-83F6-D611640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148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9EB97-0E1D-4E39-AF91-367A90CE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339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24D35-7E37-4F29-9010-1A504046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3028950" cy="742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115DEF-2EA0-4CCF-B39A-ACFF709C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339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follow-up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06A48-94C6-45EB-8EAD-7A8066D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6A6764-4B95-48FA-B73A-82EC3E7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7524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513DE-5E12-40C9-B05E-EF6187D4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2BDA5-09F9-4CA6-A1BD-2CB38F9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picture checklist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c88884205417a"/>
          <a:stretch xmlns:a="http://schemas.openxmlformats.org/drawingml/2006/main"/>
        </p:blipFill>
        <p:spPr>
          <a:xfrm xmlns:a="http://schemas.openxmlformats.org/drawingml/2006/main">
            <a:off x="108585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7D1BC-5E0C-4B88-8EF9-997A8186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21A3-66D6-411F-9E4D-5189CDA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02782-EC18-444B-8201-84E30BF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dashboard with status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E3DF7-409D-4A39-BE1C-3E343F9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03308-747A-4770-B4EF-77AB573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E8529-DBC3-46E2-9DFF-655F3E4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detected load, term, week, and confirm 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E517D-D68D-4908-BFAC-B335637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560E9-F580-4938-80B8-2567CBF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598A9-DBB6-4E2C-9B93-CBBB29B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term and week folders plus remarks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6480C-D4AA-4EA5-A1FC-D57F8E6D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84B3F-273E-4150-ADD3-C40FE1D0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E52B7-7FDB-41A2-A2E3-70C74A38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overdue, for checking, K-means groups, and action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F2B93-1998-4656-9AEA-5C4573D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A4AED-B3D6-48DB-8BCF-2110624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4E686-D789-424C-88FE-D572EA93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teaching load assignment screen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0f862429647c9"/>
          <a:stretch xmlns:a="http://schemas.openxmlformats.org/drawingml/2006/main"/>
        </p:blipFill>
        <p:spPr>
          <a:xfrm xmlns:a="http://schemas.openxmlformats.org/drawingml/2006/main">
            <a:off x="10651153" y="5238750"/>
            <a:ext cx="700445" cy="704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7D661-791D-4AA5-A812-976EB34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9E258-8487-4C09-894E-9BF14DC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65369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5eb3ba5744eab"/>
          <a:stretch xmlns:a="http://schemas.openxmlformats.org/drawingml/2006/main"/>
        </p:blipFill>
        <p:spPr>
          <a:xfrm xmlns:a="http://schemas.openxmlformats.org/drawingml/2006/main">
            <a:off x="819150" y="7810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DE95-5228-49A2-B4F6-6AB28A4C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One-minute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AC910-18DF-4F51-8C1A-98945B90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76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and track. Master Teachers review and support. School Heads monitor and follow up. Archive keeps the evidence. Compliance shows where action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20CF0-3D72-49BF-8C8D-B3DB5D31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62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DAAB5-00E9-447F-923D-14183EB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Goal: fewer missing DLLs, faster checking, and clearer weekly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BC01F-E1F5-4264-A5AC-8D39830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2856C-5BB5-4871-8DB2-DF7C69C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2025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2026-09-29T02:26:06.6970000Z</dcterms:created>
  <dcterms:modified xsi:type="dcterms:W3CDTF">2026-09-29T02:26:06.6970000Z</dcterms:modified>
</coreProperties>
</file>