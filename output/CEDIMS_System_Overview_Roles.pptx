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9ea5245b174f24" /><Relationship Type="http://schemas.openxmlformats.org/officeDocument/2006/relationships/extended-properties" Target="/docProps/app.xml" Id="Rbaf1617d404e4e93" /><Relationship Type="http://schemas.openxmlformats.org/officeDocument/2006/relationships/officeDocument" Target="/ppt/presentation.xml" Id="Rfa4a6c835e094b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43c7b8b84e46a6"/>
  </p:sldMasterIdLst>
  <p:notesMasterIdLst>
    <p:notesMasterId xmlns:r="http://schemas.openxmlformats.org/officeDocument/2006/relationships" r:id="R1c39ef2931034a0d"/>
  </p:notesMasterIdLst>
  <p:sldIdLst>
    <p:sldId xmlns:r="http://schemas.openxmlformats.org/officeDocument/2006/relationships" id="256" r:id="R5cd2069585654a98"/>
    <p:sldId xmlns:r="http://schemas.openxmlformats.org/officeDocument/2006/relationships" id="257" r:id="R1c497aab0dab4650"/>
    <p:sldId xmlns:r="http://schemas.openxmlformats.org/officeDocument/2006/relationships" id="258" r:id="R9b4470bcde954cbf"/>
    <p:sldId xmlns:r="http://schemas.openxmlformats.org/officeDocument/2006/relationships" id="259" r:id="Rdeb3c515e8014153"/>
    <p:sldId xmlns:r="http://schemas.openxmlformats.org/officeDocument/2006/relationships" id="260" r:id="Rd06b66f6904a43e7"/>
    <p:sldId xmlns:r="http://schemas.openxmlformats.org/officeDocument/2006/relationships" id="261" r:id="Reee789b643ad4ab6"/>
    <p:sldId xmlns:r="http://schemas.openxmlformats.org/officeDocument/2006/relationships" id="262" r:id="R798e3707c99b45d6"/>
    <p:sldId xmlns:r="http://schemas.openxmlformats.org/officeDocument/2006/relationships" id="263" r:id="Re16e7bedf5984c20"/>
    <p:sldId xmlns:r="http://schemas.openxmlformats.org/officeDocument/2006/relationships" id="264" r:id="R60bbbcee7c0946ce"/>
    <p:sldId xmlns:r="http://schemas.openxmlformats.org/officeDocument/2006/relationships" id="265" r:id="R127f83adac7540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37958e0f384a04" /><Relationship Type="http://schemas.openxmlformats.org/officeDocument/2006/relationships/slideMaster" Target="/ppt/slideMasters/slideMaster1.xml" Id="R9843c7b8b84e46a6" /><Relationship Type="http://schemas.openxmlformats.org/officeDocument/2006/relationships/notesMaster" Target="/ppt/notesMasters/notesMaster1.xml" Id="R1c39ef2931034a0d" /><Relationship Type="http://schemas.openxmlformats.org/officeDocument/2006/relationships/presProps" Target="/ppt/presProps.xml" Id="R801328af7d614465" /><Relationship Type="http://schemas.openxmlformats.org/officeDocument/2006/relationships/tableStyles" Target="/ppt/tableStyles.xml" Id="Ra428274226fb4613" /><Relationship Type="http://schemas.openxmlformats.org/officeDocument/2006/relationships/slide" Target="/ppt/slides/slide1.xml" Id="R5cd2069585654a98" /><Relationship Type="http://schemas.openxmlformats.org/officeDocument/2006/relationships/slide" Target="/ppt/slides/slide2.xml" Id="R1c497aab0dab4650" /><Relationship Type="http://schemas.openxmlformats.org/officeDocument/2006/relationships/slide" Target="/ppt/slides/slide3.xml" Id="R9b4470bcde954cbf" /><Relationship Type="http://schemas.openxmlformats.org/officeDocument/2006/relationships/slide" Target="/ppt/slides/slide4.xml" Id="Rdeb3c515e8014153" /><Relationship Type="http://schemas.openxmlformats.org/officeDocument/2006/relationships/slide" Target="/ppt/slides/slide5.xml" Id="Rd06b66f6904a43e7" /><Relationship Type="http://schemas.openxmlformats.org/officeDocument/2006/relationships/slide" Target="/ppt/slides/slide6.xml" Id="Reee789b643ad4ab6" /><Relationship Type="http://schemas.openxmlformats.org/officeDocument/2006/relationships/slide" Target="/ppt/slides/slide7.xml" Id="R798e3707c99b45d6" /><Relationship Type="http://schemas.openxmlformats.org/officeDocument/2006/relationships/slide" Target="/ppt/slides/slide8.xml" Id="Re16e7bedf5984c20" /><Relationship Type="http://schemas.openxmlformats.org/officeDocument/2006/relationships/slide" Target="/ppt/slides/slide9.xml" Id="R60bbbcee7c0946ce" /><Relationship Type="http://schemas.openxmlformats.org/officeDocument/2006/relationships/slide" Target="/ppt/slides/slide10.xml" Id="R127f83adac7540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e3fc070f3d46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834c1a485e4085" /><Relationship Type="http://schemas.openxmlformats.org/officeDocument/2006/relationships/notesMaster" Target="/ppt/notesMasters/notesMaster1.xml" Id="R9f6f2e7342fc4c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d44753e0594234" /><Relationship Type="http://schemas.openxmlformats.org/officeDocument/2006/relationships/notesMaster" Target="/ppt/notesMasters/notesMaster1.xml" Id="Rd6e79e82e42945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18521229a144ed" /><Relationship Type="http://schemas.openxmlformats.org/officeDocument/2006/relationships/notesMaster" Target="/ppt/notesMasters/notesMaster1.xml" Id="Rfcebde9938b64e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99e97e0e7f4a29" /><Relationship Type="http://schemas.openxmlformats.org/officeDocument/2006/relationships/notesMaster" Target="/ppt/notesMasters/notesMaster1.xml" Id="R5779baec08ca43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c33c657ea54eaa" /><Relationship Type="http://schemas.openxmlformats.org/officeDocument/2006/relationships/notesMaster" Target="/ppt/notesMasters/notesMaster1.xml" Id="R1310b0fc4a0e44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fce46415fd4aee" /><Relationship Type="http://schemas.openxmlformats.org/officeDocument/2006/relationships/notesMaster" Target="/ppt/notesMasters/notesMaster1.xml" Id="R8e0f194f71a149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a6fa7237bc4a8e" /><Relationship Type="http://schemas.openxmlformats.org/officeDocument/2006/relationships/notesMaster" Target="/ppt/notesMasters/notesMaster1.xml" Id="R32c031a938ee42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6c61f2739d48eb" /><Relationship Type="http://schemas.openxmlformats.org/officeDocument/2006/relationships/notesMaster" Target="/ppt/notesMasters/notesMaster1.xml" Id="R7af1c73b663c47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93d4ec31f14074" /><Relationship Type="http://schemas.openxmlformats.org/officeDocument/2006/relationships/notesMaster" Target="/ppt/notesMasters/notesMaster1.xml" Id="R99c11e3fcc4544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dfefde4e3b449d" /><Relationship Type="http://schemas.openxmlformats.org/officeDocument/2006/relationships/notesMaster" Target="/ppt/notesMasters/notesMaster1.xml" Id="Rfe61505d59e249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CEDIMS as the school and district system for submitting, checking, archiving, and monitoring instructional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system in one plain sentence first, then connect each role to the part they use most.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system flow from document preparation to compliance follow-up.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features appear across roles, although each role sees different data based on permissions.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teacher workflow focuses on accurate submission and personal tracking.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walk a teacher through the upload screen in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Master Teachers have both personal upload responsibilities and school support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the difference between Compliance and Archive. Compliance is for follow-up decisions. Archive is for document checking.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table summarizes the practical difference between the three requested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closing script. It connects each role to a clear action and closes with the purpose of the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6e388979464e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776db72eb0481e" /><Relationship Type="http://schemas.openxmlformats.org/officeDocument/2006/relationships/slideLayout" Target="/ppt/slideLayouts/slideLayout1.xml" Id="Rf1ee4d56f1e748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ee4d56f1e748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8042778c04dd5" /><Relationship Type="http://schemas.openxmlformats.org/officeDocument/2006/relationships/image" Target="/ppt/media/image.jpeg" Id="Re4bf0175869f4596" /><Relationship Type="http://schemas.openxmlformats.org/officeDocument/2006/relationships/image" Target="/ppt/media/image.png" Id="Rdbd6e1b79a714f3b" /><Relationship Type="http://schemas.openxmlformats.org/officeDocument/2006/relationships/image" Target="/ppt/media/image2.png" Id="R5194c25c976544b9" /><Relationship Type="http://schemas.openxmlformats.org/officeDocument/2006/relationships/notesSlide" Target="/ppt/notesSlides/notesSlide1.xml" Id="R174a7466fbd94c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4820dc70e4a33" /><Relationship Type="http://schemas.openxmlformats.org/officeDocument/2006/relationships/image" Target="/ppt/media/image3.png" Id="Rdf1ca9a0e5f8423f" /><Relationship Type="http://schemas.openxmlformats.org/officeDocument/2006/relationships/notesSlide" Target="/ppt/notesSlides/notesSlide2.xml" Id="R0557d869170d49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0e954dc974200" /><Relationship Type="http://schemas.openxmlformats.org/officeDocument/2006/relationships/image" Target="/ppt/media/image4.png" Id="R43981fae67d64863" /><Relationship Type="http://schemas.openxmlformats.org/officeDocument/2006/relationships/notesSlide" Target="/ppt/notesSlides/notesSlide3.xml" Id="R709d79b013b645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ed929d2bf408e" /><Relationship Type="http://schemas.openxmlformats.org/officeDocument/2006/relationships/image" Target="/ppt/media/image5.png" Id="R9930a4a9f11a4332" /><Relationship Type="http://schemas.openxmlformats.org/officeDocument/2006/relationships/image" Target="/ppt/media/image6.png" Id="R0e876991e6dd4cb8" /><Relationship Type="http://schemas.openxmlformats.org/officeDocument/2006/relationships/notesSlide" Target="/ppt/notesSlides/notesSlide4.xml" Id="Re3fdbd69d60949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3bba82a8447e7" /><Relationship Type="http://schemas.openxmlformats.org/officeDocument/2006/relationships/image" Target="/ppt/media/image7.png" Id="Rc00f2cba7cf74a16" /><Relationship Type="http://schemas.openxmlformats.org/officeDocument/2006/relationships/notesSlide" Target="/ppt/notesSlides/notesSlide5.xml" Id="R0b026b4e3bdc43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da73c08a1475a" /><Relationship Type="http://schemas.openxmlformats.org/officeDocument/2006/relationships/image" Target="/ppt/media/image8.png" Id="Rd1112c864bb64d38" /><Relationship Type="http://schemas.openxmlformats.org/officeDocument/2006/relationships/notesSlide" Target="/ppt/notesSlides/notesSlide6.xml" Id="R815d98372ac548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3144877884423" /><Relationship Type="http://schemas.openxmlformats.org/officeDocument/2006/relationships/image" Target="/ppt/media/image9.png" Id="R0b86de4ec97a480f" /><Relationship Type="http://schemas.openxmlformats.org/officeDocument/2006/relationships/notesSlide" Target="/ppt/notesSlides/notesSlide7.xml" Id="R4c4df80059d145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89d788aca47c6" /><Relationship Type="http://schemas.openxmlformats.org/officeDocument/2006/relationships/image" Target="/ppt/media/image10.png" Id="R9cb115e584b24abc" /><Relationship Type="http://schemas.openxmlformats.org/officeDocument/2006/relationships/notesSlide" Target="/ppt/notesSlides/notesSlide8.xml" Id="R9b6516b318e34a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5f73b14dd4d30" /><Relationship Type="http://schemas.openxmlformats.org/officeDocument/2006/relationships/image" Target="/ppt/media/image11.png" Id="Rc558806110124b6a" /><Relationship Type="http://schemas.openxmlformats.org/officeDocument/2006/relationships/notesSlide" Target="/ppt/notesSlides/notesSlide9.xml" Id="Rff575eecbda448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2c25f04c14307" /><Relationship Type="http://schemas.openxmlformats.org/officeDocument/2006/relationships/image" Target="/ppt/media/image12.png" Id="Rcb773e6695d04bf4" /><Relationship Type="http://schemas.openxmlformats.org/officeDocument/2006/relationships/notesSlide" Target="/ppt/notesSlides/notesSlide10.xml" Id="R2c8a59d0695e4c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40A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f0175869f4596"/>
          <a:srcRect xmlns:a="http://schemas.openxmlformats.org/drawingml/2006/main" l="7778" t="0" r="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0"/>
            <a:ext cx="57912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1E2A6-29AE-41B1-87BE-95C4FDB5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60000"/>
            </a:srgbClr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6e1b79a714f3b"/>
          <a:stretch xmlns:a="http://schemas.openxmlformats.org/drawingml/2006/main"/>
        </p:blipFill>
        <p:spPr>
          <a:xfrm xmlns:a="http://schemas.openxmlformats.org/drawingml/2006/main">
            <a:off x="685800" y="691896"/>
            <a:ext cx="857250" cy="692658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4c25c976544b9"/>
          <a:stretch xmlns:a="http://schemas.openxmlformats.org/drawingml/2006/main"/>
        </p:blipFill>
        <p:spPr>
          <a:xfrm xmlns:a="http://schemas.openxmlformats.org/drawingml/2006/main">
            <a:off x="1676400" y="6858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EAEC5-A891-4171-A493-0330C63B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CEDIMS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1082C-68EE-400E-A896-B2319BC3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AF1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EAF1FF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06A63-9311-4D88-8636-EE007284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System overview and role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6E7A3-DCB8-49C5-9F47-58017BF7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8FF"/>
                </a:solidFill>
                <a:latin typeface="Aptos"/>
                <a:ea typeface="Aptos"/>
                <a:cs typeface="Aptos"/>
              </a:rPr>
              <a:t>For Teachers, Master Teachers, and School Heads</a:t>
            </a:r>
          </a:p>
        </p:txBody>
      </p:sp>
    </p:spTree>
    <p:extLst>
      <p:ext uri="{BB962C8B-B14F-4D97-AF65-F5344CB8AC3E}">
        <p14:creationId xmlns:p14="http://schemas.microsoft.com/office/powerpoint/2010/main" val="12388271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03A6C-1E69-48EC-B6A7-5130804A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BA6A1-7A52-41D7-A73D-45E56B0C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What the system does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ca9a0e5f8423f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27954-E5A6-45E0-8958-E0BF5FEE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CEDIMS keeps instructional document work in one place: upload, verify, review, archive, and monitor compliance by school year, term, and week.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285CB-EE1F-42D4-98DA-7030C186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9906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A16C2-4509-470F-B135-39BEF30C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A6108-F651-4E79-AE48-BB2A0058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Teachers submit DLLs and track their own weekly requirements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E8410-7C9E-4C27-8C24-6019C70B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9906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0A49E-FE77-4EB3-AAC7-9729E5D0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1BCD8-9649-44E3-92ED-0134CCD0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Master Teachers help review files and support teacher compliance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4D528-5424-42DD-8771-E1CB89E7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9906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E9A4D-0A46-47B3-B632-E0C6334E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DD88A-AF21-44DB-BB2F-0862E35B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School Heads monitor the whole school and follow up missing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1CB9A-D7BC-4008-A1D9-8A191D37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9906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B8C15-D8A3-40F3-ADB3-EFC64AA8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2D2AE-AD6A-4EEE-BD58-A3391757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Archives preserve every submitted file with search, remarks, and QR verification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4E282-CAA3-414F-B61C-B3235B86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8DBEF-42CB-4A83-A936-3F73A8F7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96441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C2550F-17CC-4580-BD00-C42484F5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4923D-713B-4863-92D7-27A0F62E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workflow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81fae67d64863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80899-60E6-4374-8B5E-CEA2AE7C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885950" cy="2000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165DB-C2E8-4C95-8976-35473ECA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98F73-0441-4267-9F86-B1FB3493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6B601-F20D-400F-BBAD-37667356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83D8C-3C8C-4833-8223-F7863165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 prepares the required DLL or supervisory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57857-A3CE-471A-995C-95DBBAEA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00250"/>
            <a:ext cx="1885950" cy="2000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DF7BF-C1D5-41EA-A07A-1EB1C886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09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F5F99-2651-4743-84BA-A0A9286A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8985E-F41B-4F4D-B5C3-6C308080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38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82745-2A43-4B51-9741-1071045E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CEDIMS reads the file, detects details, and confirms the period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75C82-CCA1-4D73-90F2-6A351222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885950" cy="2000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517B6-DC6A-4A36-ABF1-E4723C86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A3AFA-4934-4670-943A-26C1C28C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66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D9970-A30B-4203-BD6C-FE2D3765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38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B6A6E-D1DE-4536-9EC9-760E24D4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575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The submitted PDF receives a QR stamp and stays searchable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913A69-6B66-457B-BB35-13AD2252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1885950" cy="2000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FBB71-ED17-4936-B6FC-6A947DA6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09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C48E93-04EC-443F-96B3-02E1788C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66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6F810-A691-4123-A609-A58E8FB9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38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CBDD3B-93AC-4DAF-8AC1-85A5E918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Authorized reviewers add remarks and mark checking 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C0A37E-E5AE-4486-ACEC-A50AF0DC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00250"/>
            <a:ext cx="1885950" cy="2000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078150-AEEB-4591-8426-CE4435C0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09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8F831E-C077-45AD-BB82-C6EC70F3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66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B96C48-C67D-4C5F-A56C-F6D9AF0E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38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F6B2B7-F4C7-47F5-8886-72280247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575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Compliance shows overdue files and items for checking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3680AF-63F1-4598-98C9-DA3BB05E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Checking stays in Archive. Compliance helps leaders decide who needs follow-up.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A9EC17-DEC6-4E41-B1D5-23D18E20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3C243C-D30B-4A08-B925-CA73D47E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9194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AE24C-6E97-4E9C-B8EF-8E37C53D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0E1C3-DDC9-4CF2-91AA-5E7F5D9B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Tools shared across roles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0a4a9f11a4332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5DF19-919B-414C-9981-66574701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F968D-704A-42AA-A041-B8648E45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Tracker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FD4EF-0B84-48B4-B51F-BA2219ED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Shows submitted, missing, late, and review items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C3182-4117-4208-8B58-8741CC67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F7C84-827F-4AC5-9DCA-8D5AE007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00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Calendar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D3852-4DAB-4B86-8A44-2BBA52CA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Displays school year, terms, weeks, and deadlines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D8D35-9905-4116-9BE0-3FA8240D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BE827-B572-487E-BE0D-12D0EBE4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9600B-68C1-4CA5-956E-2042BF02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Stores documents with search, filters, remarks, and download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9ED6A-2E51-4835-8824-14E5A3CD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02622-26F5-4C5B-9EC6-6FC90469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QR 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DAF43-C9F8-4DAF-BBA6-007E36F4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Confirms authenticity of stamped PDF 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968168-378D-4FA9-8F7D-336C8477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A3494C-B117-41E6-B50E-12C41575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Notifications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3EEB1-99B5-4741-935E-D73DFD83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Alerts users about deadlines, remarks, and tasks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D6FE1-071B-4614-A2D1-1BF05E71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EF006-9ED5-4891-BEBE-9FFD80AA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Gabay chatbot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636C8C-8386-419C-8776-D847D7A2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9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Answers questions using the user role and available data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76991e6dd4cb8"/>
          <a:stretch xmlns:a="http://schemas.openxmlformats.org/drawingml/2006/main"/>
        </p:blipFill>
        <p:spPr>
          <a:xfrm xmlns:a="http://schemas.openxmlformats.org/drawingml/2006/main">
            <a:off x="10441662" y="5410200"/>
            <a:ext cx="719376" cy="7239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4C2302-80C8-408C-90C1-0F668C97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89D01F-89E1-4B2E-B6A8-4B9329E9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883742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FC8758-1F46-4FB0-8918-310F0185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BC156-0CC6-4827-87CC-C8A3A2E3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 role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f2cba7cf74a16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AE7F4-44AF-4225-B7FC-9F181DF5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purpose: submit the correct document for each teaching load, term, and week.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4ABAB-21A7-44A2-A20B-8768C06A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Daily 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59E7C-6E56-49BF-924C-A1DBC641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What teachers check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B38F5-515E-4CFC-A608-4196712A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F5C91-839C-449B-93F0-FF85CF08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8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Open Tracker for missing or upcoming DLLs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DF70D-698A-4734-8B9D-3D0663C2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675C9-D95E-47E2-B4AF-44A1F39D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60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Use Teaching Load for assigned subjects and grades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22CEA-865F-4993-866A-8A2B747F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8869B-0501-438D-8311-1FAE0B89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19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Check Archive for past submissions and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F23E3-EE90-40D2-9071-36F0B6E7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8A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8A4F"/>
                </a:solidFill>
                <a:latin typeface="Aptos"/>
                <a:ea typeface="Aptos"/>
                <a:cs typeface="Aptos"/>
              </a:rPr>
              <a:t>Upload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B24DE-E3BE-4C2C-A4D0-6DFE3FF6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What the system helps detect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50A99-8415-4F4E-9115-4E124487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F8AF5-35F8-4BD4-A7EC-98BA8617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Reads PDF, DOC, or DOCX files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ADA46-B384-4751-BBFE-CF562D5D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C0D4C-7333-4073-A7CF-2E1092C4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813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Suggests subject, grade, term, week, and document 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A9B910-B506-47EB-9D8C-B009D2C3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7D1D3-A637-4C9D-86B6-988248D1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909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1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Flags possible duplicate or mismatched files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7F64BD-10E3-4661-B9A1-52C67708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81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After upload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F3204-2669-4FAB-8F60-EF3BC4BB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240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What teachers can prove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8B8080-7409-4B57-9880-F6DDA5D6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E3072-0388-429E-AE0D-26B59E66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PDF receives a QR verification stamp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99B919-2872-4615-B0D3-ABEC1424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3396B-13F2-4E52-A43A-5BDAD3C7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60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Submission status shows on time, late, or missing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6D7C87-A780-4E8B-B728-033C2795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230E88-0FCE-4E18-9137-73DEDF13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909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3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 comments stay connected to the archived 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6D0DBC-DD89-489F-99E0-E5DDAFDC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6B3610-362F-47ED-BC5C-742FC5CD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396461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AD5198-A542-432D-A5FD-2D090715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0073D-5F54-4FA7-A807-A7AB2D3A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 upload flow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12c864bb64d38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95E21-2A3F-4E12-9B1F-63719A90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24000"/>
            <a:ext cx="8763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7D1CA-9AD0-4BC6-A705-20A17C1F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95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E0D62-27F6-41FD-BCAD-8427C96A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Choose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77411-0B0F-47A3-A961-2415685D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85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Select PDF, DOC, DOCX, JPG, or PNG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040C8-59FF-4742-B898-2BFEFC24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8763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D8091-D00D-49E3-83D9-0AE7A8AD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5202F-0B94-45C7-938B-B16ACB27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28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Confirm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93DB3-988D-4A32-AEC3-7E7D2317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574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Review detected load, term, week, subject, and grade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B1DF8-6871-49E7-845C-A51CEEA5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67100"/>
            <a:ext cx="8763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16D7C-D8D0-4682-8C39-63A5A7A2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385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FEE28-A2B7-4E9D-B630-9813059C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00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Submit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4F199-A378-4E27-AE50-EC90DA30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290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CEDIMS converts, stamps, stores, and records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EE9EB-16A9-4C86-91CF-AE64C35D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8763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DF661-7D9C-4E3F-92EC-D76D9BE0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01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F5E7F1-E90D-4C3D-8E18-EAB94AA8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72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Check Archive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62897E-39C3-4EA2-99EF-6535529B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00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 can verify the final file and view remarks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3070F8-3F08-44AC-8868-24F66A13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Best explanation: the teacher still confirms the result before archiving.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7DC3AD-5FC8-41A0-8265-251950D0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DF7172-C39F-4B9B-8F75-6F7E8EB8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36663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AF7BFA-A5F2-41F6-BFFD-94F0D385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15D59-35BE-46FA-AB94-187BCB6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Master Teacher role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6de4ec97a480f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6EDFF-89B0-4F7B-B12C-04BE0DEF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purpose: submit required documents and help the school review and improve DLL compliance.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E3241-03E2-4CFB-A0D9-8AA6D962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572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641A1-ED06-4D2E-BFDA-B9BD9E53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D9AB4-1902-4614-9269-23BB193D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Own submissions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7DE8D-08EC-4967-9C5C-0A23F367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62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Can upload Daily Lesson Plans with teaching load, plus ISP or ISR when required.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F0A2B-A618-47DB-A338-73110074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4572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87FB0-3042-43E9-BD5D-EB29829E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5C7CF-61A3-4A3B-9F18-BAF02F82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8A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8A4F"/>
                </a:solidFill>
                <a:latin typeface="Aptos"/>
                <a:ea typeface="Aptos"/>
                <a:cs typeface="Aptos"/>
              </a:rPr>
              <a:t>Compliance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C58C4-3B45-4A50-BA29-58AC4AC9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Uses Compliance to see missing, late, or unchecked DLLs in one focused 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D49E8-FCDD-4FD8-97C5-CAB01E83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572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37CED-073D-4131-828E-533C55A0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E586A-526E-436F-B56E-BB857FF2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Archive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788B0-5E15-4444-86B5-1113E7A5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Filters documents, opens files, adds remarks, and tracks checking status.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E487D-F907-41DE-8025-23D5D64D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4572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32979-6AD2-4C06-8545-5D307148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B436D-8311-410E-AA27-AB5E6BB4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Teacher patterns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6F838-060E-469F-AD0B-982D7D62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814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Uses K-means groups to identify teachers who need routine support first.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36DDC-6A30-4CC2-9F11-A70CC49C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90D084-267B-42F5-953F-B4DAFF72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18882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F2377-CB5D-4A1E-B589-4758DE9B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0B143-4C9B-4105-87D1-DA2284C6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School Head role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115e584b24abc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47EC2-F141-463D-B4F9-31A45900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purpose: monitor school compliance, check files, and guide teachers with clear follow-up.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EC026-B50C-4614-9292-798713A2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070B1-990D-4914-B971-40542542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9075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Compliance shows overdue DLLs, files for checking, and submitted of expected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37FEF-E193-4135-A9CA-D1EA4534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5E484-C5F8-45CB-806A-537DC352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K-means grouping separates one-week misses from repeated submission patterns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93478-A3BC-4469-BB77-6889C945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42C15-FCD2-436D-8778-22662E08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 keeps checking work: remarks, approval status, document search, and exports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B3365-72E6-46F3-B04C-5B985012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D2877-38C5-4A79-8C21-91EEFCCA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960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Reports support meetings, coaching, and submission follow-up by term and week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27C32-5B58-4CAB-B616-92746D12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81915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8D7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B47D82-3DB9-44EC-821B-C8248CA9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00700"/>
            <a:ext cx="771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Easy explanation: School Heads use Compliance to decide who to follow up, then use Archive to check the actual file.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AD363-4023-4F8E-9E2C-258D7198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E8970E-557E-4FA7-A75A-E8D600A0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97415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53CBFA-CB99-4D1C-B899-C3459252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5CD9C-4507-4AEC-AC8A-22C9AE02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Role access at a glance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8806110124b6a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4D31F-7F26-4B95-B4A9-82B2A114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40A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54059-9B57-4794-85A4-8495A22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CE67E-A6BF-4424-8FEA-933FF8A7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DC7A9-5555-44AF-B27C-00A22C2D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002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45EF7-6ACA-4A6D-A0A2-12B33A26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A57F0-9DE2-488B-8F70-D113DA17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0020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Master Teacher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E4E06-2ACC-4C39-AB24-428E192D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ADF08-3A28-4119-8BBB-3E630684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0020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School Head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135167-0C58-4741-81FE-56A1F785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50E83-FF9F-455D-9389-6C02CDFC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Tracker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91A31-F340-45AF-A9EF-C013511D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3E66B-E5A2-4511-852E-BF8154BA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621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11D03-9880-47A5-8B57-0D8FC9B2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193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891ED-432F-45C0-82F6-EC92EAE5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621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plus review items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0BCFE-9DF3-49F5-8B48-572FA55E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193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B3450-6CBB-4501-8539-0CC8A082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21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review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7ECCE-21BE-4022-92F7-BAD9C8D3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FE5B94-0FE5-466B-8965-E5F0CF96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527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0D0C1-1A7C-480E-9910-CDA529BA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BB5751-3614-449A-B993-6EBCDAF6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5272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DLL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66905E-0886-4215-91EE-EA47439A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0BF5CD-F1F7-4F33-88BF-90CF570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527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DLL, ISP, ISR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1D089E-FD82-4348-8C5C-134AB49F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53F6BB-0C87-4156-85E3-10F93501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527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ISP, ISR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FD58D4-766B-4208-AF76-A44369A9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F76892-77B5-498F-BDCD-EE303181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4327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Loads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7A58A1-FE41-496B-8F28-0F5D69CA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F89318-B2B6-4E5D-919F-210EB534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432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teaching load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A86FB7-42F4-4FA0-8BD9-2E955FC9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004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8902AB-678C-4AE5-BED4-590763DA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432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teaching load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6384DE-A96A-4C28-8B26-7AAF69E9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04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1583BF-7A8C-413D-9C45-5601A823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432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View through monitoring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BDDFB5-4253-4DBF-A46D-E45AF3DD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CD3842-9F37-43A7-A0A0-167ED002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338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Compliance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75D0DC-30E0-46AF-9B10-95A9839E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D71C7D-B474-4EAB-A6A8-0F53CE57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382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Personal tracker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D86087-9334-4963-9F00-4EF9BEF0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909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3F2100-8AC2-467E-8ED9-0BDB4ED8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338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 follow-up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0C737D-777A-4E40-AA34-6D7D3875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909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3EEF60-A007-491D-B334-9E9ACDB8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338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follow-up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CCBBA9-F9C7-42F7-9116-19A4DFC8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8C3493-4C6D-4A2B-9534-FF0214D6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437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F396E3-809C-4244-9295-40056281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76B697-B7D2-478A-9C28-25999BCB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243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files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F671A6-B7D3-4C72-B863-0E23B9A3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815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CB66C3-B6F8-4E23-8274-AEBC37C2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243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files for review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8DC8A7-7C51-45FB-9A7F-40C347B0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815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5228FF-8DBC-476E-AB7C-0A3F5B53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243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files and remarks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0C4F70-8989-4EED-9AC9-0170FF6B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C7B228-15AB-4D95-8178-DC573AE4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542271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73e6695d04bf4"/>
          <a:stretch xmlns:a="http://schemas.openxmlformats.org/drawingml/2006/main"/>
        </p:blipFill>
        <p:spPr>
          <a:xfrm xmlns:a="http://schemas.openxmlformats.org/drawingml/2006/main">
            <a:off x="762000" y="6667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0746F-A65F-43B7-9D97-2466EE13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How to explain CEDIMS in one minute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2B9D6-8971-422D-89C8-A559AA7E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Teachers submit and track. Master Teachers review and support. School Heads monitor and follow up. The Archive keeps the evidence, and Compliance tells leaders where attention is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49552-28EB-439D-87AF-7B04A081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942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E40A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EE364-3DA3-428E-9DC3-2071E36E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63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goal is simple: fewer missing DLLs, faster checking, and clearer documentation for every school week.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440A9-D7A7-401B-9F46-7388C955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Suggested next demo: open Upload, show one archived file, then open Compliance for follow-up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5550F-C871-46DE-A174-A3F516EC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2538E-63FF-4E62-B766-4FF104B1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0346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2026-09-28T16:30:12.1430000Z</dcterms:created>
  <dcterms:modified xsi:type="dcterms:W3CDTF">2026-09-28T16:30:12.1430000Z</dcterms:modified>
</coreProperties>
</file>